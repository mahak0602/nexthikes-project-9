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9D6143-6C5D-4565-8117-8D5B0A23202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E80EB0-DF5C-4450-BA00-87794E19D0BB}">
      <dgm:prSet/>
      <dgm:spPr/>
      <dgm:t>
        <a:bodyPr/>
        <a:lstStyle/>
        <a:p>
          <a:pPr rtl="0"/>
          <a:r>
            <a:rPr lang="en-US" b="1" smtClean="0"/>
            <a:t>Goal</a:t>
          </a:r>
          <a:endParaRPr lang="en-US"/>
        </a:p>
      </dgm:t>
    </dgm:pt>
    <dgm:pt modelId="{C37330E8-34CF-48D0-9BF6-9D042BB928E7}" type="parTrans" cxnId="{C57E5220-7FD1-44CA-8CA7-E113D6A461DC}">
      <dgm:prSet/>
      <dgm:spPr/>
      <dgm:t>
        <a:bodyPr/>
        <a:lstStyle/>
        <a:p>
          <a:endParaRPr lang="en-US"/>
        </a:p>
      </dgm:t>
    </dgm:pt>
    <dgm:pt modelId="{BB2757AA-8B1C-43E4-85CA-334A730D1E14}" type="sibTrans" cxnId="{C57E5220-7FD1-44CA-8CA7-E113D6A461DC}">
      <dgm:prSet/>
      <dgm:spPr/>
      <dgm:t>
        <a:bodyPr/>
        <a:lstStyle/>
        <a:p>
          <a:endParaRPr lang="en-US"/>
        </a:p>
      </dgm:t>
    </dgm:pt>
    <dgm:pt modelId="{D978BF85-8CAB-47F2-B016-EE53D9706D04}">
      <dgm:prSet/>
      <dgm:spPr/>
      <dgm:t>
        <a:bodyPr/>
        <a:lstStyle/>
        <a:p>
          <a:pPr rtl="0"/>
          <a:r>
            <a:rPr lang="en-US" smtClean="0"/>
            <a:t>Automate news collection &amp; summarization for </a:t>
          </a:r>
          <a:r>
            <a:rPr lang="en-US" b="1" smtClean="0"/>
            <a:t>equity research</a:t>
          </a:r>
          <a:endParaRPr lang="en-US"/>
        </a:p>
      </dgm:t>
    </dgm:pt>
    <dgm:pt modelId="{CC0A9223-F810-4468-8C5A-2755B4293C02}" type="parTrans" cxnId="{7FC9074C-8BD2-406E-A789-A916983DC083}">
      <dgm:prSet/>
      <dgm:spPr/>
      <dgm:t>
        <a:bodyPr/>
        <a:lstStyle/>
        <a:p>
          <a:endParaRPr lang="en-US"/>
        </a:p>
      </dgm:t>
    </dgm:pt>
    <dgm:pt modelId="{90EE929F-5566-4996-AEAD-08FE8B5B971F}" type="sibTrans" cxnId="{7FC9074C-8BD2-406E-A789-A916983DC083}">
      <dgm:prSet/>
      <dgm:spPr/>
      <dgm:t>
        <a:bodyPr/>
        <a:lstStyle/>
        <a:p>
          <a:endParaRPr lang="en-US"/>
        </a:p>
      </dgm:t>
    </dgm:pt>
    <dgm:pt modelId="{131A5599-23F3-4CA7-8BBB-38DBFF24CAE7}">
      <dgm:prSet/>
      <dgm:spPr/>
      <dgm:t>
        <a:bodyPr/>
        <a:lstStyle/>
        <a:p>
          <a:pPr rtl="0"/>
          <a:r>
            <a:rPr lang="en-US" b="1" smtClean="0"/>
            <a:t>Key Features</a:t>
          </a:r>
          <a:endParaRPr lang="en-US"/>
        </a:p>
      </dgm:t>
    </dgm:pt>
    <dgm:pt modelId="{2A3A739C-C321-49F6-9B48-42C306C2ACE2}" type="parTrans" cxnId="{3AE0CED0-8BE0-4CBD-8D03-B58DFA7F965C}">
      <dgm:prSet/>
      <dgm:spPr/>
      <dgm:t>
        <a:bodyPr/>
        <a:lstStyle/>
        <a:p>
          <a:endParaRPr lang="en-US"/>
        </a:p>
      </dgm:t>
    </dgm:pt>
    <dgm:pt modelId="{F194D5C3-C9C2-4F17-B0AB-B90252DD0E89}" type="sibTrans" cxnId="{3AE0CED0-8BE0-4CBD-8D03-B58DFA7F965C}">
      <dgm:prSet/>
      <dgm:spPr/>
      <dgm:t>
        <a:bodyPr/>
        <a:lstStyle/>
        <a:p>
          <a:endParaRPr lang="en-US"/>
        </a:p>
      </dgm:t>
    </dgm:pt>
    <dgm:pt modelId="{032A2900-8FA1-439F-8411-0F5B93A1DFE5}">
      <dgm:prSet/>
      <dgm:spPr/>
      <dgm:t>
        <a:bodyPr/>
        <a:lstStyle/>
        <a:p>
          <a:pPr rtl="0"/>
          <a:r>
            <a:rPr lang="en-US" smtClean="0"/>
            <a:t>📡 Fetch latest news from APIs (NewsAPI / GNews)</a:t>
          </a:r>
          <a:endParaRPr lang="en-US"/>
        </a:p>
      </dgm:t>
    </dgm:pt>
    <dgm:pt modelId="{C6B2E81C-35FC-474D-84B3-B11D1B8FB56A}" type="parTrans" cxnId="{B8893FDF-2550-45B2-8851-434C85C986CD}">
      <dgm:prSet/>
      <dgm:spPr/>
      <dgm:t>
        <a:bodyPr/>
        <a:lstStyle/>
        <a:p>
          <a:endParaRPr lang="en-US"/>
        </a:p>
      </dgm:t>
    </dgm:pt>
    <dgm:pt modelId="{6AA2F7A7-BA54-4761-BC91-11EFCECBDD40}" type="sibTrans" cxnId="{B8893FDF-2550-45B2-8851-434C85C986CD}">
      <dgm:prSet/>
      <dgm:spPr/>
      <dgm:t>
        <a:bodyPr/>
        <a:lstStyle/>
        <a:p>
          <a:endParaRPr lang="en-US"/>
        </a:p>
      </dgm:t>
    </dgm:pt>
    <dgm:pt modelId="{29BB9540-0CFC-449B-AA09-8F85CB2E3FC2}">
      <dgm:prSet/>
      <dgm:spPr/>
      <dgm:t>
        <a:bodyPr/>
        <a:lstStyle/>
        <a:p>
          <a:pPr rtl="0"/>
          <a:r>
            <a:rPr lang="en-US" dirty="0" smtClean="0"/>
            <a:t>🧠 Summarize content using LLMs (LangChain + </a:t>
          </a:r>
          <a:r>
            <a:rPr lang="en-US" dirty="0" err="1" smtClean="0"/>
            <a:t>OpenAI</a:t>
          </a:r>
          <a:r>
            <a:rPr lang="en-US" dirty="0" smtClean="0"/>
            <a:t>)</a:t>
          </a:r>
          <a:endParaRPr lang="en-US" dirty="0"/>
        </a:p>
      </dgm:t>
    </dgm:pt>
    <dgm:pt modelId="{DE98B0C5-B7E5-4E36-8D8C-C89BD4BAEFA4}" type="parTrans" cxnId="{5AD112EB-3068-4231-A5C2-2EA72C26E038}">
      <dgm:prSet/>
      <dgm:spPr/>
      <dgm:t>
        <a:bodyPr/>
        <a:lstStyle/>
        <a:p>
          <a:endParaRPr lang="en-US"/>
        </a:p>
      </dgm:t>
    </dgm:pt>
    <dgm:pt modelId="{65127E5B-0129-4643-8D88-3317C0AB2692}" type="sibTrans" cxnId="{5AD112EB-3068-4231-A5C2-2EA72C26E038}">
      <dgm:prSet/>
      <dgm:spPr/>
      <dgm:t>
        <a:bodyPr/>
        <a:lstStyle/>
        <a:p>
          <a:endParaRPr lang="en-US"/>
        </a:p>
      </dgm:t>
    </dgm:pt>
    <dgm:pt modelId="{CBCDE728-C6FF-489A-A3F5-06C94C3D4303}">
      <dgm:prSet/>
      <dgm:spPr/>
      <dgm:t>
        <a:bodyPr/>
        <a:lstStyle/>
        <a:p>
          <a:pPr rtl="0"/>
          <a:r>
            <a:rPr lang="en-US" smtClean="0"/>
            <a:t>😀 Sentiment detection (Positive / Negative / Neutral)</a:t>
          </a:r>
          <a:endParaRPr lang="en-US"/>
        </a:p>
      </dgm:t>
    </dgm:pt>
    <dgm:pt modelId="{FD031DCA-55EE-41E5-B69E-DF5781CEF621}" type="parTrans" cxnId="{3C37A744-95E3-4BA8-9561-3348D3598113}">
      <dgm:prSet/>
      <dgm:spPr/>
      <dgm:t>
        <a:bodyPr/>
        <a:lstStyle/>
        <a:p>
          <a:endParaRPr lang="en-US"/>
        </a:p>
      </dgm:t>
    </dgm:pt>
    <dgm:pt modelId="{3917746D-6742-4577-BA6E-64D4AC6F8174}" type="sibTrans" cxnId="{3C37A744-95E3-4BA8-9561-3348D3598113}">
      <dgm:prSet/>
      <dgm:spPr/>
      <dgm:t>
        <a:bodyPr/>
        <a:lstStyle/>
        <a:p>
          <a:endParaRPr lang="en-US"/>
        </a:p>
      </dgm:t>
    </dgm:pt>
    <dgm:pt modelId="{4D45E24D-284D-493F-8FF6-A87C77345785}">
      <dgm:prSet/>
      <dgm:spPr/>
      <dgm:t>
        <a:bodyPr/>
        <a:lstStyle/>
        <a:p>
          <a:pPr rtl="0"/>
          <a:r>
            <a:rPr lang="en-US" smtClean="0"/>
            <a:t>💻 User-friendly </a:t>
          </a:r>
          <a:r>
            <a:rPr lang="en-US" b="1" smtClean="0"/>
            <a:t>Streamlit</a:t>
          </a:r>
          <a:r>
            <a:rPr lang="en-US" smtClean="0"/>
            <a:t> web interface</a:t>
          </a:r>
          <a:endParaRPr lang="en-US"/>
        </a:p>
      </dgm:t>
    </dgm:pt>
    <dgm:pt modelId="{F731FCD9-9F94-43AF-A301-10DAF9B4CBB1}" type="parTrans" cxnId="{C837A64F-BAB3-4783-8631-A98A04E4696E}">
      <dgm:prSet/>
      <dgm:spPr/>
      <dgm:t>
        <a:bodyPr/>
        <a:lstStyle/>
        <a:p>
          <a:endParaRPr lang="en-US"/>
        </a:p>
      </dgm:t>
    </dgm:pt>
    <dgm:pt modelId="{FC85EBA1-3D29-4759-B679-178EA21C1C95}" type="sibTrans" cxnId="{C837A64F-BAB3-4783-8631-A98A04E4696E}">
      <dgm:prSet/>
      <dgm:spPr/>
      <dgm:t>
        <a:bodyPr/>
        <a:lstStyle/>
        <a:p>
          <a:endParaRPr lang="en-US"/>
        </a:p>
      </dgm:t>
    </dgm:pt>
    <dgm:pt modelId="{B09DE1B4-0727-4A92-910A-B8060EDB58D9}" type="pres">
      <dgm:prSet presAssocID="{FE9D6143-6C5D-4565-8117-8D5B0A232024}" presName="vert0" presStyleCnt="0">
        <dgm:presLayoutVars>
          <dgm:dir/>
          <dgm:animOne val="branch"/>
          <dgm:animLvl val="lvl"/>
        </dgm:presLayoutVars>
      </dgm:prSet>
      <dgm:spPr/>
    </dgm:pt>
    <dgm:pt modelId="{0DAFD7BE-F0BF-4614-80B3-1338642B4CE6}" type="pres">
      <dgm:prSet presAssocID="{9BE80EB0-DF5C-4450-BA00-87794E19D0BB}" presName="thickLine" presStyleLbl="alignNode1" presStyleIdx="0" presStyleCnt="7"/>
      <dgm:spPr/>
    </dgm:pt>
    <dgm:pt modelId="{FBE06705-4609-4FE6-9F74-9D465B30D2B0}" type="pres">
      <dgm:prSet presAssocID="{9BE80EB0-DF5C-4450-BA00-87794E19D0BB}" presName="horz1" presStyleCnt="0"/>
      <dgm:spPr/>
    </dgm:pt>
    <dgm:pt modelId="{FC6CC321-3214-4280-8CA3-FE63CCC1C504}" type="pres">
      <dgm:prSet presAssocID="{9BE80EB0-DF5C-4450-BA00-87794E19D0BB}" presName="tx1" presStyleLbl="revTx" presStyleIdx="0" presStyleCnt="7"/>
      <dgm:spPr/>
    </dgm:pt>
    <dgm:pt modelId="{D66241F3-744A-41E6-ABC1-F2021052F778}" type="pres">
      <dgm:prSet presAssocID="{9BE80EB0-DF5C-4450-BA00-87794E19D0BB}" presName="vert1" presStyleCnt="0"/>
      <dgm:spPr/>
    </dgm:pt>
    <dgm:pt modelId="{639BCE42-3074-44F2-B289-DEF2DD7A4C03}" type="pres">
      <dgm:prSet presAssocID="{D978BF85-8CAB-47F2-B016-EE53D9706D04}" presName="thickLine" presStyleLbl="alignNode1" presStyleIdx="1" presStyleCnt="7"/>
      <dgm:spPr/>
    </dgm:pt>
    <dgm:pt modelId="{87EEF8AA-B419-4A37-8C82-0E76CDD5790F}" type="pres">
      <dgm:prSet presAssocID="{D978BF85-8CAB-47F2-B016-EE53D9706D04}" presName="horz1" presStyleCnt="0"/>
      <dgm:spPr/>
    </dgm:pt>
    <dgm:pt modelId="{49F92E3E-5722-4D3D-9296-A8C53F94C0D4}" type="pres">
      <dgm:prSet presAssocID="{D978BF85-8CAB-47F2-B016-EE53D9706D04}" presName="tx1" presStyleLbl="revTx" presStyleIdx="1" presStyleCnt="7"/>
      <dgm:spPr/>
    </dgm:pt>
    <dgm:pt modelId="{FA7B906E-B124-44BA-9ED3-A3C46EF25585}" type="pres">
      <dgm:prSet presAssocID="{D978BF85-8CAB-47F2-B016-EE53D9706D04}" presName="vert1" presStyleCnt="0"/>
      <dgm:spPr/>
    </dgm:pt>
    <dgm:pt modelId="{E1594C12-27B3-4679-B454-529306987F20}" type="pres">
      <dgm:prSet presAssocID="{131A5599-23F3-4CA7-8BBB-38DBFF24CAE7}" presName="thickLine" presStyleLbl="alignNode1" presStyleIdx="2" presStyleCnt="7"/>
      <dgm:spPr/>
    </dgm:pt>
    <dgm:pt modelId="{94482E9A-AC63-4D34-8563-21D278E70498}" type="pres">
      <dgm:prSet presAssocID="{131A5599-23F3-4CA7-8BBB-38DBFF24CAE7}" presName="horz1" presStyleCnt="0"/>
      <dgm:spPr/>
    </dgm:pt>
    <dgm:pt modelId="{4D321EEF-2E62-4786-B952-225B8B828714}" type="pres">
      <dgm:prSet presAssocID="{131A5599-23F3-4CA7-8BBB-38DBFF24CAE7}" presName="tx1" presStyleLbl="revTx" presStyleIdx="2" presStyleCnt="7"/>
      <dgm:spPr/>
    </dgm:pt>
    <dgm:pt modelId="{F5CC9956-85A8-450E-A62E-222602251F00}" type="pres">
      <dgm:prSet presAssocID="{131A5599-23F3-4CA7-8BBB-38DBFF24CAE7}" presName="vert1" presStyleCnt="0"/>
      <dgm:spPr/>
    </dgm:pt>
    <dgm:pt modelId="{8E3B7E72-5520-44FE-9784-44AAFC496688}" type="pres">
      <dgm:prSet presAssocID="{032A2900-8FA1-439F-8411-0F5B93A1DFE5}" presName="thickLine" presStyleLbl="alignNode1" presStyleIdx="3" presStyleCnt="7"/>
      <dgm:spPr/>
    </dgm:pt>
    <dgm:pt modelId="{3041EBFA-EB1C-4A80-9992-992FE0FD81E7}" type="pres">
      <dgm:prSet presAssocID="{032A2900-8FA1-439F-8411-0F5B93A1DFE5}" presName="horz1" presStyleCnt="0"/>
      <dgm:spPr/>
    </dgm:pt>
    <dgm:pt modelId="{BED42FE2-5A19-4EE9-A70D-658C0BB33839}" type="pres">
      <dgm:prSet presAssocID="{032A2900-8FA1-439F-8411-0F5B93A1DFE5}" presName="tx1" presStyleLbl="revTx" presStyleIdx="3" presStyleCnt="7"/>
      <dgm:spPr/>
    </dgm:pt>
    <dgm:pt modelId="{FE2EF011-4D33-422D-9857-0563F45576A7}" type="pres">
      <dgm:prSet presAssocID="{032A2900-8FA1-439F-8411-0F5B93A1DFE5}" presName="vert1" presStyleCnt="0"/>
      <dgm:spPr/>
    </dgm:pt>
    <dgm:pt modelId="{A1918705-7302-45F7-B646-4A0BD197BB88}" type="pres">
      <dgm:prSet presAssocID="{29BB9540-0CFC-449B-AA09-8F85CB2E3FC2}" presName="thickLine" presStyleLbl="alignNode1" presStyleIdx="4" presStyleCnt="7"/>
      <dgm:spPr/>
    </dgm:pt>
    <dgm:pt modelId="{9857F27E-D714-4577-BBFA-FE869C44C3B8}" type="pres">
      <dgm:prSet presAssocID="{29BB9540-0CFC-449B-AA09-8F85CB2E3FC2}" presName="horz1" presStyleCnt="0"/>
      <dgm:spPr/>
    </dgm:pt>
    <dgm:pt modelId="{9202CC3B-B6EA-4913-8E9D-0CD81CBCBCEB}" type="pres">
      <dgm:prSet presAssocID="{29BB9540-0CFC-449B-AA09-8F85CB2E3FC2}" presName="tx1" presStyleLbl="revTx" presStyleIdx="4" presStyleCnt="7"/>
      <dgm:spPr/>
    </dgm:pt>
    <dgm:pt modelId="{318D2F0E-FCC6-46DA-A80B-2F638093F90D}" type="pres">
      <dgm:prSet presAssocID="{29BB9540-0CFC-449B-AA09-8F85CB2E3FC2}" presName="vert1" presStyleCnt="0"/>
      <dgm:spPr/>
    </dgm:pt>
    <dgm:pt modelId="{5DA56914-82DA-4721-BF8B-ECC128B176E2}" type="pres">
      <dgm:prSet presAssocID="{CBCDE728-C6FF-489A-A3F5-06C94C3D4303}" presName="thickLine" presStyleLbl="alignNode1" presStyleIdx="5" presStyleCnt="7"/>
      <dgm:spPr/>
    </dgm:pt>
    <dgm:pt modelId="{42F53020-7272-47BC-9B67-4F330EEEF136}" type="pres">
      <dgm:prSet presAssocID="{CBCDE728-C6FF-489A-A3F5-06C94C3D4303}" presName="horz1" presStyleCnt="0"/>
      <dgm:spPr/>
    </dgm:pt>
    <dgm:pt modelId="{75F0A560-D5EA-433A-97C8-20AE72E9EC74}" type="pres">
      <dgm:prSet presAssocID="{CBCDE728-C6FF-489A-A3F5-06C94C3D4303}" presName="tx1" presStyleLbl="revTx" presStyleIdx="5" presStyleCnt="7"/>
      <dgm:spPr/>
    </dgm:pt>
    <dgm:pt modelId="{861EF91D-7FF9-463D-A823-ABDEDEDA88A7}" type="pres">
      <dgm:prSet presAssocID="{CBCDE728-C6FF-489A-A3F5-06C94C3D4303}" presName="vert1" presStyleCnt="0"/>
      <dgm:spPr/>
    </dgm:pt>
    <dgm:pt modelId="{CF30F567-7FF8-48E8-90B7-0997024ADA45}" type="pres">
      <dgm:prSet presAssocID="{4D45E24D-284D-493F-8FF6-A87C77345785}" presName="thickLine" presStyleLbl="alignNode1" presStyleIdx="6" presStyleCnt="7"/>
      <dgm:spPr/>
    </dgm:pt>
    <dgm:pt modelId="{59585953-A0F9-4AC0-805D-E74421C101D6}" type="pres">
      <dgm:prSet presAssocID="{4D45E24D-284D-493F-8FF6-A87C77345785}" presName="horz1" presStyleCnt="0"/>
      <dgm:spPr/>
    </dgm:pt>
    <dgm:pt modelId="{1A580769-9A2E-4FBD-9ADB-28FBF2A381F6}" type="pres">
      <dgm:prSet presAssocID="{4D45E24D-284D-493F-8FF6-A87C77345785}" presName="tx1" presStyleLbl="revTx" presStyleIdx="6" presStyleCnt="7"/>
      <dgm:spPr/>
    </dgm:pt>
    <dgm:pt modelId="{3F82EB5F-9054-495B-8A76-0498A00BC3B2}" type="pres">
      <dgm:prSet presAssocID="{4D45E24D-284D-493F-8FF6-A87C77345785}" presName="vert1" presStyleCnt="0"/>
      <dgm:spPr/>
    </dgm:pt>
  </dgm:ptLst>
  <dgm:cxnLst>
    <dgm:cxn modelId="{F81A3CD7-3C2C-476C-A3A7-B8754FBB8BD4}" type="presOf" srcId="{29BB9540-0CFC-449B-AA09-8F85CB2E3FC2}" destId="{9202CC3B-B6EA-4913-8E9D-0CD81CBCBCEB}" srcOrd="0" destOrd="0" presId="urn:microsoft.com/office/officeart/2008/layout/LinedList"/>
    <dgm:cxn modelId="{0C5BB846-7D25-4D2B-941A-06B0D1FBA788}" type="presOf" srcId="{9BE80EB0-DF5C-4450-BA00-87794E19D0BB}" destId="{FC6CC321-3214-4280-8CA3-FE63CCC1C504}" srcOrd="0" destOrd="0" presId="urn:microsoft.com/office/officeart/2008/layout/LinedList"/>
    <dgm:cxn modelId="{A049D17C-C6C9-4AE3-BDAD-E072EF7B5329}" type="presOf" srcId="{CBCDE728-C6FF-489A-A3F5-06C94C3D4303}" destId="{75F0A560-D5EA-433A-97C8-20AE72E9EC74}" srcOrd="0" destOrd="0" presId="urn:microsoft.com/office/officeart/2008/layout/LinedList"/>
    <dgm:cxn modelId="{FFF33FF7-C9EF-46D6-BDAC-1C154F14CE15}" type="presOf" srcId="{D978BF85-8CAB-47F2-B016-EE53D9706D04}" destId="{49F92E3E-5722-4D3D-9296-A8C53F94C0D4}" srcOrd="0" destOrd="0" presId="urn:microsoft.com/office/officeart/2008/layout/LinedList"/>
    <dgm:cxn modelId="{C837A64F-BAB3-4783-8631-A98A04E4696E}" srcId="{FE9D6143-6C5D-4565-8117-8D5B0A232024}" destId="{4D45E24D-284D-493F-8FF6-A87C77345785}" srcOrd="6" destOrd="0" parTransId="{F731FCD9-9F94-43AF-A301-10DAF9B4CBB1}" sibTransId="{FC85EBA1-3D29-4759-B679-178EA21C1C95}"/>
    <dgm:cxn modelId="{C3CF4879-5211-4502-B7C9-F18FAF284C22}" type="presOf" srcId="{032A2900-8FA1-439F-8411-0F5B93A1DFE5}" destId="{BED42FE2-5A19-4EE9-A70D-658C0BB33839}" srcOrd="0" destOrd="0" presId="urn:microsoft.com/office/officeart/2008/layout/LinedList"/>
    <dgm:cxn modelId="{C57E5220-7FD1-44CA-8CA7-E113D6A461DC}" srcId="{FE9D6143-6C5D-4565-8117-8D5B0A232024}" destId="{9BE80EB0-DF5C-4450-BA00-87794E19D0BB}" srcOrd="0" destOrd="0" parTransId="{C37330E8-34CF-48D0-9BF6-9D042BB928E7}" sibTransId="{BB2757AA-8B1C-43E4-85CA-334A730D1E14}"/>
    <dgm:cxn modelId="{B8893FDF-2550-45B2-8851-434C85C986CD}" srcId="{FE9D6143-6C5D-4565-8117-8D5B0A232024}" destId="{032A2900-8FA1-439F-8411-0F5B93A1DFE5}" srcOrd="3" destOrd="0" parTransId="{C6B2E81C-35FC-474D-84B3-B11D1B8FB56A}" sibTransId="{6AA2F7A7-BA54-4761-BC91-11EFCECBDD40}"/>
    <dgm:cxn modelId="{3C37A744-95E3-4BA8-9561-3348D3598113}" srcId="{FE9D6143-6C5D-4565-8117-8D5B0A232024}" destId="{CBCDE728-C6FF-489A-A3F5-06C94C3D4303}" srcOrd="5" destOrd="0" parTransId="{FD031DCA-55EE-41E5-B69E-DF5781CEF621}" sibTransId="{3917746D-6742-4577-BA6E-64D4AC6F8174}"/>
    <dgm:cxn modelId="{3AE0CED0-8BE0-4CBD-8D03-B58DFA7F965C}" srcId="{FE9D6143-6C5D-4565-8117-8D5B0A232024}" destId="{131A5599-23F3-4CA7-8BBB-38DBFF24CAE7}" srcOrd="2" destOrd="0" parTransId="{2A3A739C-C321-49F6-9B48-42C306C2ACE2}" sibTransId="{F194D5C3-C9C2-4F17-B0AB-B90252DD0E89}"/>
    <dgm:cxn modelId="{7FC9074C-8BD2-406E-A789-A916983DC083}" srcId="{FE9D6143-6C5D-4565-8117-8D5B0A232024}" destId="{D978BF85-8CAB-47F2-B016-EE53D9706D04}" srcOrd="1" destOrd="0" parTransId="{CC0A9223-F810-4468-8C5A-2755B4293C02}" sibTransId="{90EE929F-5566-4996-AEAD-08FE8B5B971F}"/>
    <dgm:cxn modelId="{A27703A8-B8A9-410F-82A2-F79A9D6820EE}" type="presOf" srcId="{4D45E24D-284D-493F-8FF6-A87C77345785}" destId="{1A580769-9A2E-4FBD-9ADB-28FBF2A381F6}" srcOrd="0" destOrd="0" presId="urn:microsoft.com/office/officeart/2008/layout/LinedList"/>
    <dgm:cxn modelId="{5AD112EB-3068-4231-A5C2-2EA72C26E038}" srcId="{FE9D6143-6C5D-4565-8117-8D5B0A232024}" destId="{29BB9540-0CFC-449B-AA09-8F85CB2E3FC2}" srcOrd="4" destOrd="0" parTransId="{DE98B0C5-B7E5-4E36-8D8C-C89BD4BAEFA4}" sibTransId="{65127E5B-0129-4643-8D88-3317C0AB2692}"/>
    <dgm:cxn modelId="{EF083D55-1761-4CAD-97EA-18945F3A770D}" type="presOf" srcId="{FE9D6143-6C5D-4565-8117-8D5B0A232024}" destId="{B09DE1B4-0727-4A92-910A-B8060EDB58D9}" srcOrd="0" destOrd="0" presId="urn:microsoft.com/office/officeart/2008/layout/LinedList"/>
    <dgm:cxn modelId="{32768C56-B33F-41F3-8226-83F9D1F0D4E8}" type="presOf" srcId="{131A5599-23F3-4CA7-8BBB-38DBFF24CAE7}" destId="{4D321EEF-2E62-4786-B952-225B8B828714}" srcOrd="0" destOrd="0" presId="urn:microsoft.com/office/officeart/2008/layout/LinedList"/>
    <dgm:cxn modelId="{4ABF12B5-F0A2-4A9D-B8DF-F2E0CA517B55}" type="presParOf" srcId="{B09DE1B4-0727-4A92-910A-B8060EDB58D9}" destId="{0DAFD7BE-F0BF-4614-80B3-1338642B4CE6}" srcOrd="0" destOrd="0" presId="urn:microsoft.com/office/officeart/2008/layout/LinedList"/>
    <dgm:cxn modelId="{E720139E-A9A5-44D8-B4C1-CAC58EFBD292}" type="presParOf" srcId="{B09DE1B4-0727-4A92-910A-B8060EDB58D9}" destId="{FBE06705-4609-4FE6-9F74-9D465B30D2B0}" srcOrd="1" destOrd="0" presId="urn:microsoft.com/office/officeart/2008/layout/LinedList"/>
    <dgm:cxn modelId="{EB654D9A-4CC8-4A38-9541-98FD609A2C21}" type="presParOf" srcId="{FBE06705-4609-4FE6-9F74-9D465B30D2B0}" destId="{FC6CC321-3214-4280-8CA3-FE63CCC1C504}" srcOrd="0" destOrd="0" presId="urn:microsoft.com/office/officeart/2008/layout/LinedList"/>
    <dgm:cxn modelId="{927DF1AA-8E85-4043-894F-5B1273AE2077}" type="presParOf" srcId="{FBE06705-4609-4FE6-9F74-9D465B30D2B0}" destId="{D66241F3-744A-41E6-ABC1-F2021052F778}" srcOrd="1" destOrd="0" presId="urn:microsoft.com/office/officeart/2008/layout/LinedList"/>
    <dgm:cxn modelId="{2F6E336B-EDBD-4800-AC43-B982316794C5}" type="presParOf" srcId="{B09DE1B4-0727-4A92-910A-B8060EDB58D9}" destId="{639BCE42-3074-44F2-B289-DEF2DD7A4C03}" srcOrd="2" destOrd="0" presId="urn:microsoft.com/office/officeart/2008/layout/LinedList"/>
    <dgm:cxn modelId="{4EBBAB06-155E-4C96-A420-8B910D29D75E}" type="presParOf" srcId="{B09DE1B4-0727-4A92-910A-B8060EDB58D9}" destId="{87EEF8AA-B419-4A37-8C82-0E76CDD5790F}" srcOrd="3" destOrd="0" presId="urn:microsoft.com/office/officeart/2008/layout/LinedList"/>
    <dgm:cxn modelId="{4168CDFA-49A7-4A7A-9F97-BB3128E4976C}" type="presParOf" srcId="{87EEF8AA-B419-4A37-8C82-0E76CDD5790F}" destId="{49F92E3E-5722-4D3D-9296-A8C53F94C0D4}" srcOrd="0" destOrd="0" presId="urn:microsoft.com/office/officeart/2008/layout/LinedList"/>
    <dgm:cxn modelId="{477DC43A-8937-4048-9E51-B61DBC1CC5B6}" type="presParOf" srcId="{87EEF8AA-B419-4A37-8C82-0E76CDD5790F}" destId="{FA7B906E-B124-44BA-9ED3-A3C46EF25585}" srcOrd="1" destOrd="0" presId="urn:microsoft.com/office/officeart/2008/layout/LinedList"/>
    <dgm:cxn modelId="{48095690-B1BC-4EED-A1F1-9DC6AEECDA6A}" type="presParOf" srcId="{B09DE1B4-0727-4A92-910A-B8060EDB58D9}" destId="{E1594C12-27B3-4679-B454-529306987F20}" srcOrd="4" destOrd="0" presId="urn:microsoft.com/office/officeart/2008/layout/LinedList"/>
    <dgm:cxn modelId="{A76DCB49-D337-40E8-8C3E-7597520A0582}" type="presParOf" srcId="{B09DE1B4-0727-4A92-910A-B8060EDB58D9}" destId="{94482E9A-AC63-4D34-8563-21D278E70498}" srcOrd="5" destOrd="0" presId="urn:microsoft.com/office/officeart/2008/layout/LinedList"/>
    <dgm:cxn modelId="{36BF7049-F56C-4035-B6B3-1D2D04192B5E}" type="presParOf" srcId="{94482E9A-AC63-4D34-8563-21D278E70498}" destId="{4D321EEF-2E62-4786-B952-225B8B828714}" srcOrd="0" destOrd="0" presId="urn:microsoft.com/office/officeart/2008/layout/LinedList"/>
    <dgm:cxn modelId="{F5D49B7D-5541-4C12-9867-5402A06D8EA6}" type="presParOf" srcId="{94482E9A-AC63-4D34-8563-21D278E70498}" destId="{F5CC9956-85A8-450E-A62E-222602251F00}" srcOrd="1" destOrd="0" presId="urn:microsoft.com/office/officeart/2008/layout/LinedList"/>
    <dgm:cxn modelId="{C3AC97C2-6DF3-4007-A2CA-1E783AD33153}" type="presParOf" srcId="{B09DE1B4-0727-4A92-910A-B8060EDB58D9}" destId="{8E3B7E72-5520-44FE-9784-44AAFC496688}" srcOrd="6" destOrd="0" presId="urn:microsoft.com/office/officeart/2008/layout/LinedList"/>
    <dgm:cxn modelId="{477DFF0F-D2E6-43F1-8B98-0693998A816D}" type="presParOf" srcId="{B09DE1B4-0727-4A92-910A-B8060EDB58D9}" destId="{3041EBFA-EB1C-4A80-9992-992FE0FD81E7}" srcOrd="7" destOrd="0" presId="urn:microsoft.com/office/officeart/2008/layout/LinedList"/>
    <dgm:cxn modelId="{A65B3F78-DA56-4664-BF85-4327DDF039C1}" type="presParOf" srcId="{3041EBFA-EB1C-4A80-9992-992FE0FD81E7}" destId="{BED42FE2-5A19-4EE9-A70D-658C0BB33839}" srcOrd="0" destOrd="0" presId="urn:microsoft.com/office/officeart/2008/layout/LinedList"/>
    <dgm:cxn modelId="{701B18FE-0C4A-417E-B8AB-F062A89876BA}" type="presParOf" srcId="{3041EBFA-EB1C-4A80-9992-992FE0FD81E7}" destId="{FE2EF011-4D33-422D-9857-0563F45576A7}" srcOrd="1" destOrd="0" presId="urn:microsoft.com/office/officeart/2008/layout/LinedList"/>
    <dgm:cxn modelId="{698EF08C-D283-4703-9786-0FD0064E03AA}" type="presParOf" srcId="{B09DE1B4-0727-4A92-910A-B8060EDB58D9}" destId="{A1918705-7302-45F7-B646-4A0BD197BB88}" srcOrd="8" destOrd="0" presId="urn:microsoft.com/office/officeart/2008/layout/LinedList"/>
    <dgm:cxn modelId="{F28E9C00-C748-4FE4-B1D0-77B05BB11087}" type="presParOf" srcId="{B09DE1B4-0727-4A92-910A-B8060EDB58D9}" destId="{9857F27E-D714-4577-BBFA-FE869C44C3B8}" srcOrd="9" destOrd="0" presId="urn:microsoft.com/office/officeart/2008/layout/LinedList"/>
    <dgm:cxn modelId="{6EC9C757-91CD-4256-865F-58C1E68B803D}" type="presParOf" srcId="{9857F27E-D714-4577-BBFA-FE869C44C3B8}" destId="{9202CC3B-B6EA-4913-8E9D-0CD81CBCBCEB}" srcOrd="0" destOrd="0" presId="urn:microsoft.com/office/officeart/2008/layout/LinedList"/>
    <dgm:cxn modelId="{B811E3E1-A1CE-4AA4-85F3-796F0C06B99C}" type="presParOf" srcId="{9857F27E-D714-4577-BBFA-FE869C44C3B8}" destId="{318D2F0E-FCC6-46DA-A80B-2F638093F90D}" srcOrd="1" destOrd="0" presId="urn:microsoft.com/office/officeart/2008/layout/LinedList"/>
    <dgm:cxn modelId="{EDC67DFF-C2F9-4BED-B78C-EA1578AE181C}" type="presParOf" srcId="{B09DE1B4-0727-4A92-910A-B8060EDB58D9}" destId="{5DA56914-82DA-4721-BF8B-ECC128B176E2}" srcOrd="10" destOrd="0" presId="urn:microsoft.com/office/officeart/2008/layout/LinedList"/>
    <dgm:cxn modelId="{58CEA490-3D20-4421-86BE-3CE4180CE20E}" type="presParOf" srcId="{B09DE1B4-0727-4A92-910A-B8060EDB58D9}" destId="{42F53020-7272-47BC-9B67-4F330EEEF136}" srcOrd="11" destOrd="0" presId="urn:microsoft.com/office/officeart/2008/layout/LinedList"/>
    <dgm:cxn modelId="{EB14B69C-2996-4712-8DB0-0286FF8C4A9F}" type="presParOf" srcId="{42F53020-7272-47BC-9B67-4F330EEEF136}" destId="{75F0A560-D5EA-433A-97C8-20AE72E9EC74}" srcOrd="0" destOrd="0" presId="urn:microsoft.com/office/officeart/2008/layout/LinedList"/>
    <dgm:cxn modelId="{A82BC842-8209-48C3-B52E-26AEEA987F96}" type="presParOf" srcId="{42F53020-7272-47BC-9B67-4F330EEEF136}" destId="{861EF91D-7FF9-463D-A823-ABDEDEDA88A7}" srcOrd="1" destOrd="0" presId="urn:microsoft.com/office/officeart/2008/layout/LinedList"/>
    <dgm:cxn modelId="{9EAAA588-D8A5-462E-AC40-F6CA195D1D89}" type="presParOf" srcId="{B09DE1B4-0727-4A92-910A-B8060EDB58D9}" destId="{CF30F567-7FF8-48E8-90B7-0997024ADA45}" srcOrd="12" destOrd="0" presId="urn:microsoft.com/office/officeart/2008/layout/LinedList"/>
    <dgm:cxn modelId="{19DFC3C9-75B5-430A-8EEE-17E5296A1441}" type="presParOf" srcId="{B09DE1B4-0727-4A92-910A-B8060EDB58D9}" destId="{59585953-A0F9-4AC0-805D-E74421C101D6}" srcOrd="13" destOrd="0" presId="urn:microsoft.com/office/officeart/2008/layout/LinedList"/>
    <dgm:cxn modelId="{D133DD18-48B0-41E6-ADA1-BCE2B8EA109D}" type="presParOf" srcId="{59585953-A0F9-4AC0-805D-E74421C101D6}" destId="{1A580769-9A2E-4FBD-9ADB-28FBF2A381F6}" srcOrd="0" destOrd="0" presId="urn:microsoft.com/office/officeart/2008/layout/LinedList"/>
    <dgm:cxn modelId="{8B5114AE-9F07-4BC8-8094-681FCCC78FCD}" type="presParOf" srcId="{59585953-A0F9-4AC0-805D-E74421C101D6}" destId="{3F82EB5F-9054-495B-8A76-0498A00BC3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1E550B-8179-411F-B22D-5B58EB94B881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566D52-8A57-4C8F-8917-46C524B19CC4}">
      <dgm:prSet/>
      <dgm:spPr/>
      <dgm:t>
        <a:bodyPr/>
        <a:lstStyle/>
        <a:p>
          <a:pPr rtl="0"/>
          <a:r>
            <a:rPr lang="en-US" smtClean="0"/>
            <a:t>🔴 </a:t>
          </a:r>
          <a:r>
            <a:rPr lang="en-US" b="1" smtClean="0"/>
            <a:t>Challenges</a:t>
          </a:r>
          <a:endParaRPr lang="en-US"/>
        </a:p>
      </dgm:t>
    </dgm:pt>
    <dgm:pt modelId="{92510047-EB8A-4B97-9F7E-C2F91770E0E2}" type="parTrans" cxnId="{D098CABD-3767-44A2-9966-68D17019566A}">
      <dgm:prSet/>
      <dgm:spPr/>
      <dgm:t>
        <a:bodyPr/>
        <a:lstStyle/>
        <a:p>
          <a:endParaRPr lang="en-US"/>
        </a:p>
      </dgm:t>
    </dgm:pt>
    <dgm:pt modelId="{0E032CE6-C001-4BD1-BDD4-BAA5D2D9E24D}" type="sibTrans" cxnId="{D098CABD-3767-44A2-9966-68D17019566A}">
      <dgm:prSet/>
      <dgm:spPr/>
      <dgm:t>
        <a:bodyPr/>
        <a:lstStyle/>
        <a:p>
          <a:endParaRPr lang="en-US"/>
        </a:p>
      </dgm:t>
    </dgm:pt>
    <dgm:pt modelId="{36667777-F206-41D4-B262-36B6B84F8BA5}">
      <dgm:prSet/>
      <dgm:spPr/>
      <dgm:t>
        <a:bodyPr/>
        <a:lstStyle/>
        <a:p>
          <a:pPr rtl="0"/>
          <a:r>
            <a:rPr lang="en-US" smtClean="0"/>
            <a:t>Manual news analysis is </a:t>
          </a:r>
          <a:r>
            <a:rPr lang="en-US" b="1" smtClean="0"/>
            <a:t>time-consuming</a:t>
          </a:r>
          <a:endParaRPr lang="en-US"/>
        </a:p>
      </dgm:t>
    </dgm:pt>
    <dgm:pt modelId="{8B27C78C-DEE3-48D7-B2F5-0DAFF18AED24}" type="parTrans" cxnId="{DFD686C8-47F3-4D4A-A587-1F6385E7B881}">
      <dgm:prSet/>
      <dgm:spPr/>
      <dgm:t>
        <a:bodyPr/>
        <a:lstStyle/>
        <a:p>
          <a:endParaRPr lang="en-US"/>
        </a:p>
      </dgm:t>
    </dgm:pt>
    <dgm:pt modelId="{2DD33633-A1CA-42A1-AD82-2B80E39F56AD}" type="sibTrans" cxnId="{DFD686C8-47F3-4D4A-A587-1F6385E7B881}">
      <dgm:prSet/>
      <dgm:spPr/>
      <dgm:t>
        <a:bodyPr/>
        <a:lstStyle/>
        <a:p>
          <a:endParaRPr lang="en-US"/>
        </a:p>
      </dgm:t>
    </dgm:pt>
    <dgm:pt modelId="{890BAB9D-019B-4637-8F81-55ED2DCEFDC5}">
      <dgm:prSet/>
      <dgm:spPr/>
      <dgm:t>
        <a:bodyPr/>
        <a:lstStyle/>
        <a:p>
          <a:pPr rtl="0"/>
          <a:r>
            <a:rPr lang="en-US" smtClean="0"/>
            <a:t>Too much data → </a:t>
          </a:r>
          <a:r>
            <a:rPr lang="en-US" b="1" smtClean="0"/>
            <a:t>information overload</a:t>
          </a:r>
          <a:endParaRPr lang="en-US"/>
        </a:p>
      </dgm:t>
    </dgm:pt>
    <dgm:pt modelId="{D9E48235-801A-4CC1-AED8-7337A5392F11}" type="parTrans" cxnId="{7CFDF3C8-8AB5-4181-90E6-99CF56FC662C}">
      <dgm:prSet/>
      <dgm:spPr/>
      <dgm:t>
        <a:bodyPr/>
        <a:lstStyle/>
        <a:p>
          <a:endParaRPr lang="en-US"/>
        </a:p>
      </dgm:t>
    </dgm:pt>
    <dgm:pt modelId="{85382C0F-F201-4611-8B88-AEE19D607930}" type="sibTrans" cxnId="{7CFDF3C8-8AB5-4181-90E6-99CF56FC662C}">
      <dgm:prSet/>
      <dgm:spPr/>
      <dgm:t>
        <a:bodyPr/>
        <a:lstStyle/>
        <a:p>
          <a:endParaRPr lang="en-US"/>
        </a:p>
      </dgm:t>
    </dgm:pt>
    <dgm:pt modelId="{9FFC5B23-DF7B-4EB0-9BFB-EFB785FDCEBC}">
      <dgm:prSet/>
      <dgm:spPr/>
      <dgm:t>
        <a:bodyPr/>
        <a:lstStyle/>
        <a:p>
          <a:pPr rtl="0"/>
          <a:r>
            <a:rPr lang="en-US" smtClean="0"/>
            <a:t>Analyst reports often have </a:t>
          </a:r>
          <a:r>
            <a:rPr lang="en-US" b="1" smtClean="0"/>
            <a:t>subjective bias</a:t>
          </a:r>
          <a:endParaRPr lang="en-US"/>
        </a:p>
      </dgm:t>
    </dgm:pt>
    <dgm:pt modelId="{E4AB8FA2-EC7F-4646-ABA3-9F05DDEDFADB}" type="parTrans" cxnId="{54292270-8740-4FDB-8312-B9AF508B8861}">
      <dgm:prSet/>
      <dgm:spPr/>
      <dgm:t>
        <a:bodyPr/>
        <a:lstStyle/>
        <a:p>
          <a:endParaRPr lang="en-US"/>
        </a:p>
      </dgm:t>
    </dgm:pt>
    <dgm:pt modelId="{00A13A3F-47E8-40DB-8CAF-9780E20CC7A5}" type="sibTrans" cxnId="{54292270-8740-4FDB-8312-B9AF508B8861}">
      <dgm:prSet/>
      <dgm:spPr/>
      <dgm:t>
        <a:bodyPr/>
        <a:lstStyle/>
        <a:p>
          <a:endParaRPr lang="en-US"/>
        </a:p>
      </dgm:t>
    </dgm:pt>
    <dgm:pt modelId="{B6F307C9-0582-428D-B545-CF9B2C32D061}">
      <dgm:prSet/>
      <dgm:spPr/>
      <dgm:t>
        <a:bodyPr/>
        <a:lstStyle/>
        <a:p>
          <a:pPr rtl="0"/>
          <a:r>
            <a:rPr lang="en-US" smtClean="0"/>
            <a:t>🟢 </a:t>
          </a:r>
          <a:r>
            <a:rPr lang="en-US" b="1" smtClean="0"/>
            <a:t>Our Solution</a:t>
          </a:r>
          <a:endParaRPr lang="en-US"/>
        </a:p>
      </dgm:t>
    </dgm:pt>
    <dgm:pt modelId="{864C3AF5-B08B-443D-AF6C-0B34A5D90692}" type="parTrans" cxnId="{AC7662FC-4922-423B-9F7F-758AB565B0EF}">
      <dgm:prSet/>
      <dgm:spPr/>
      <dgm:t>
        <a:bodyPr/>
        <a:lstStyle/>
        <a:p>
          <a:endParaRPr lang="en-US"/>
        </a:p>
      </dgm:t>
    </dgm:pt>
    <dgm:pt modelId="{5DAA3ACC-ADE6-433D-A536-BE09AAE728B4}" type="sibTrans" cxnId="{AC7662FC-4922-423B-9F7F-758AB565B0EF}">
      <dgm:prSet/>
      <dgm:spPr/>
      <dgm:t>
        <a:bodyPr/>
        <a:lstStyle/>
        <a:p>
          <a:endParaRPr lang="en-US"/>
        </a:p>
      </dgm:t>
    </dgm:pt>
    <dgm:pt modelId="{E33736BA-8DA7-422F-89DB-D9DCA3923CB5}">
      <dgm:prSet/>
      <dgm:spPr/>
      <dgm:t>
        <a:bodyPr/>
        <a:lstStyle/>
        <a:p>
          <a:pPr rtl="0"/>
          <a:r>
            <a:rPr lang="en-US" b="1" smtClean="0"/>
            <a:t>AI-driven summarization</a:t>
          </a:r>
          <a:r>
            <a:rPr lang="en-US" smtClean="0"/>
            <a:t> of articles</a:t>
          </a:r>
          <a:endParaRPr lang="en-US"/>
        </a:p>
      </dgm:t>
    </dgm:pt>
    <dgm:pt modelId="{2247CCB8-9343-46C6-96A9-ED498E59DDF7}" type="parTrans" cxnId="{BEAFF689-A6D8-4568-8C35-8E4EE7DFF4D8}">
      <dgm:prSet/>
      <dgm:spPr/>
      <dgm:t>
        <a:bodyPr/>
        <a:lstStyle/>
        <a:p>
          <a:endParaRPr lang="en-US"/>
        </a:p>
      </dgm:t>
    </dgm:pt>
    <dgm:pt modelId="{5DA0C031-53B1-474D-8A6D-4EC29F0CB6F5}" type="sibTrans" cxnId="{BEAFF689-A6D8-4568-8C35-8E4EE7DFF4D8}">
      <dgm:prSet/>
      <dgm:spPr/>
      <dgm:t>
        <a:bodyPr/>
        <a:lstStyle/>
        <a:p>
          <a:endParaRPr lang="en-US"/>
        </a:p>
      </dgm:t>
    </dgm:pt>
    <dgm:pt modelId="{DD6332F5-544F-4D53-B288-B4BB590B8F96}">
      <dgm:prSet/>
      <dgm:spPr/>
      <dgm:t>
        <a:bodyPr/>
        <a:lstStyle/>
        <a:p>
          <a:pPr rtl="0"/>
          <a:r>
            <a:rPr lang="en-US" b="1" smtClean="0"/>
            <a:t>Automated sentiment detection</a:t>
          </a:r>
          <a:r>
            <a:rPr lang="en-US" smtClean="0"/>
            <a:t> for faster insights</a:t>
          </a:r>
          <a:endParaRPr lang="en-US"/>
        </a:p>
      </dgm:t>
    </dgm:pt>
    <dgm:pt modelId="{FA39EE16-229C-4B30-96E0-543929AD34C1}" type="parTrans" cxnId="{50C7BCC5-2B9B-43CD-83BF-2AFEE181E75F}">
      <dgm:prSet/>
      <dgm:spPr/>
      <dgm:t>
        <a:bodyPr/>
        <a:lstStyle/>
        <a:p>
          <a:endParaRPr lang="en-US"/>
        </a:p>
      </dgm:t>
    </dgm:pt>
    <dgm:pt modelId="{2618CB19-3167-46EC-A5AB-9265E408C7EB}" type="sibTrans" cxnId="{50C7BCC5-2B9B-43CD-83BF-2AFEE181E75F}">
      <dgm:prSet/>
      <dgm:spPr/>
      <dgm:t>
        <a:bodyPr/>
        <a:lstStyle/>
        <a:p>
          <a:endParaRPr lang="en-US"/>
        </a:p>
      </dgm:t>
    </dgm:pt>
    <dgm:pt modelId="{F3C3E874-55FA-493D-A440-1038CD63FE47}" type="pres">
      <dgm:prSet presAssocID="{B01E550B-8179-411F-B22D-5B58EB94B881}" presName="compositeShape" presStyleCnt="0">
        <dgm:presLayoutVars>
          <dgm:dir/>
          <dgm:resizeHandles/>
        </dgm:presLayoutVars>
      </dgm:prSet>
      <dgm:spPr/>
    </dgm:pt>
    <dgm:pt modelId="{CCA58AE5-CACB-4A24-891B-83EC4F3B19F3}" type="pres">
      <dgm:prSet presAssocID="{B01E550B-8179-411F-B22D-5B58EB94B881}" presName="pyramid" presStyleLbl="node1" presStyleIdx="0" presStyleCnt="1" custScaleX="89243" custScaleY="87879"/>
      <dgm:spPr/>
    </dgm:pt>
    <dgm:pt modelId="{61A70402-C98A-4C22-B8C1-56C01B7EABC7}" type="pres">
      <dgm:prSet presAssocID="{B01E550B-8179-411F-B22D-5B58EB94B881}" presName="theList" presStyleCnt="0"/>
      <dgm:spPr/>
    </dgm:pt>
    <dgm:pt modelId="{C8E16C79-8A6F-4C3B-9830-2121D850C758}" type="pres">
      <dgm:prSet presAssocID="{B9566D52-8A57-4C8F-8917-46C524B19CC4}" presName="aNode" presStyleLbl="fgAcc1" presStyleIdx="0" presStyleCnt="7">
        <dgm:presLayoutVars>
          <dgm:bulletEnabled val="1"/>
        </dgm:presLayoutVars>
      </dgm:prSet>
      <dgm:spPr/>
    </dgm:pt>
    <dgm:pt modelId="{A438C42F-0E8D-42E7-BFB3-407D3D9E3767}" type="pres">
      <dgm:prSet presAssocID="{B9566D52-8A57-4C8F-8917-46C524B19CC4}" presName="aSpace" presStyleCnt="0"/>
      <dgm:spPr/>
    </dgm:pt>
    <dgm:pt modelId="{EBEE66AB-CF48-4E4A-ABA1-6E90087FB295}" type="pres">
      <dgm:prSet presAssocID="{36667777-F206-41D4-B262-36B6B84F8BA5}" presName="aNode" presStyleLbl="fgAcc1" presStyleIdx="1" presStyleCnt="7">
        <dgm:presLayoutVars>
          <dgm:bulletEnabled val="1"/>
        </dgm:presLayoutVars>
      </dgm:prSet>
      <dgm:spPr/>
    </dgm:pt>
    <dgm:pt modelId="{C8345A53-B5FB-4178-B7B8-B4AD3DD83C9C}" type="pres">
      <dgm:prSet presAssocID="{36667777-F206-41D4-B262-36B6B84F8BA5}" presName="aSpace" presStyleCnt="0"/>
      <dgm:spPr/>
    </dgm:pt>
    <dgm:pt modelId="{18B864F2-1754-4153-8224-C080C80515F4}" type="pres">
      <dgm:prSet presAssocID="{890BAB9D-019B-4637-8F81-55ED2DCEFDC5}" presName="aNode" presStyleLbl="fgAcc1" presStyleIdx="2" presStyleCnt="7">
        <dgm:presLayoutVars>
          <dgm:bulletEnabled val="1"/>
        </dgm:presLayoutVars>
      </dgm:prSet>
      <dgm:spPr/>
    </dgm:pt>
    <dgm:pt modelId="{85BF0B0E-88E6-43B2-9975-4969509938AE}" type="pres">
      <dgm:prSet presAssocID="{890BAB9D-019B-4637-8F81-55ED2DCEFDC5}" presName="aSpace" presStyleCnt="0"/>
      <dgm:spPr/>
    </dgm:pt>
    <dgm:pt modelId="{C3D2F4E5-4440-4CF9-B1A7-C0AB72B43304}" type="pres">
      <dgm:prSet presAssocID="{9FFC5B23-DF7B-4EB0-9BFB-EFB785FDCEBC}" presName="aNode" presStyleLbl="fgAcc1" presStyleIdx="3" presStyleCnt="7">
        <dgm:presLayoutVars>
          <dgm:bulletEnabled val="1"/>
        </dgm:presLayoutVars>
      </dgm:prSet>
      <dgm:spPr/>
    </dgm:pt>
    <dgm:pt modelId="{6A60DB2E-C949-4701-A0A5-04CE4455BDF5}" type="pres">
      <dgm:prSet presAssocID="{9FFC5B23-DF7B-4EB0-9BFB-EFB785FDCEBC}" presName="aSpace" presStyleCnt="0"/>
      <dgm:spPr/>
    </dgm:pt>
    <dgm:pt modelId="{C2D07F82-A9EE-4456-9A34-4A34EBC6DECA}" type="pres">
      <dgm:prSet presAssocID="{B6F307C9-0582-428D-B545-CF9B2C32D061}" presName="aNode" presStyleLbl="fgAcc1" presStyleIdx="4" presStyleCnt="7">
        <dgm:presLayoutVars>
          <dgm:bulletEnabled val="1"/>
        </dgm:presLayoutVars>
      </dgm:prSet>
      <dgm:spPr/>
    </dgm:pt>
    <dgm:pt modelId="{F9C87FD9-74C4-41A2-A961-2520A1E69ADE}" type="pres">
      <dgm:prSet presAssocID="{B6F307C9-0582-428D-B545-CF9B2C32D061}" presName="aSpace" presStyleCnt="0"/>
      <dgm:spPr/>
    </dgm:pt>
    <dgm:pt modelId="{0FD67859-97A7-4715-813A-05D5BF567EEB}" type="pres">
      <dgm:prSet presAssocID="{E33736BA-8DA7-422F-89DB-D9DCA3923CB5}" presName="aNode" presStyleLbl="fgAcc1" presStyleIdx="5" presStyleCnt="7">
        <dgm:presLayoutVars>
          <dgm:bulletEnabled val="1"/>
        </dgm:presLayoutVars>
      </dgm:prSet>
      <dgm:spPr/>
    </dgm:pt>
    <dgm:pt modelId="{D9DECE7C-D75D-43F1-BBD6-78863760BDE8}" type="pres">
      <dgm:prSet presAssocID="{E33736BA-8DA7-422F-89DB-D9DCA3923CB5}" presName="aSpace" presStyleCnt="0"/>
      <dgm:spPr/>
    </dgm:pt>
    <dgm:pt modelId="{F5B03BD6-6E87-49CD-8BA4-BECB13ED8F2B}" type="pres">
      <dgm:prSet presAssocID="{DD6332F5-544F-4D53-B288-B4BB590B8F96}" presName="aNode" presStyleLbl="fgAcc1" presStyleIdx="6" presStyleCnt="7">
        <dgm:presLayoutVars>
          <dgm:bulletEnabled val="1"/>
        </dgm:presLayoutVars>
      </dgm:prSet>
      <dgm:spPr/>
    </dgm:pt>
    <dgm:pt modelId="{C7D2C22C-1F3B-4434-BAA3-36FDCF735516}" type="pres">
      <dgm:prSet presAssocID="{DD6332F5-544F-4D53-B288-B4BB590B8F96}" presName="aSpace" presStyleCnt="0"/>
      <dgm:spPr/>
    </dgm:pt>
  </dgm:ptLst>
  <dgm:cxnLst>
    <dgm:cxn modelId="{6BB49B6A-0F98-4B75-A591-DFC7EF6F2369}" type="presOf" srcId="{DD6332F5-544F-4D53-B288-B4BB590B8F96}" destId="{F5B03BD6-6E87-49CD-8BA4-BECB13ED8F2B}" srcOrd="0" destOrd="0" presId="urn:microsoft.com/office/officeart/2005/8/layout/pyramid2"/>
    <dgm:cxn modelId="{ED057571-B1FE-46FD-ABD1-CCB70E1047AA}" type="presOf" srcId="{E33736BA-8DA7-422F-89DB-D9DCA3923CB5}" destId="{0FD67859-97A7-4715-813A-05D5BF567EEB}" srcOrd="0" destOrd="0" presId="urn:microsoft.com/office/officeart/2005/8/layout/pyramid2"/>
    <dgm:cxn modelId="{9DAB8F54-D629-4EA6-8949-A9F2A13B062E}" type="presOf" srcId="{B9566D52-8A57-4C8F-8917-46C524B19CC4}" destId="{C8E16C79-8A6F-4C3B-9830-2121D850C758}" srcOrd="0" destOrd="0" presId="urn:microsoft.com/office/officeart/2005/8/layout/pyramid2"/>
    <dgm:cxn modelId="{4C6AEC8B-8502-4DB7-A37E-B6070F9BF224}" type="presOf" srcId="{B6F307C9-0582-428D-B545-CF9B2C32D061}" destId="{C2D07F82-A9EE-4456-9A34-4A34EBC6DECA}" srcOrd="0" destOrd="0" presId="urn:microsoft.com/office/officeart/2005/8/layout/pyramid2"/>
    <dgm:cxn modelId="{B58092E0-4B87-47C8-8C75-B848A73F1C26}" type="presOf" srcId="{B01E550B-8179-411F-B22D-5B58EB94B881}" destId="{F3C3E874-55FA-493D-A440-1038CD63FE47}" srcOrd="0" destOrd="0" presId="urn:microsoft.com/office/officeart/2005/8/layout/pyramid2"/>
    <dgm:cxn modelId="{02CC9659-BDD9-445D-B8A5-875CBF380FF0}" type="presOf" srcId="{890BAB9D-019B-4637-8F81-55ED2DCEFDC5}" destId="{18B864F2-1754-4153-8224-C080C80515F4}" srcOrd="0" destOrd="0" presId="urn:microsoft.com/office/officeart/2005/8/layout/pyramid2"/>
    <dgm:cxn modelId="{50C7BCC5-2B9B-43CD-83BF-2AFEE181E75F}" srcId="{B01E550B-8179-411F-B22D-5B58EB94B881}" destId="{DD6332F5-544F-4D53-B288-B4BB590B8F96}" srcOrd="6" destOrd="0" parTransId="{FA39EE16-229C-4B30-96E0-543929AD34C1}" sibTransId="{2618CB19-3167-46EC-A5AB-9265E408C7EB}"/>
    <dgm:cxn modelId="{D098CABD-3767-44A2-9966-68D17019566A}" srcId="{B01E550B-8179-411F-B22D-5B58EB94B881}" destId="{B9566D52-8A57-4C8F-8917-46C524B19CC4}" srcOrd="0" destOrd="0" parTransId="{92510047-EB8A-4B97-9F7E-C2F91770E0E2}" sibTransId="{0E032CE6-C001-4BD1-BDD4-BAA5D2D9E24D}"/>
    <dgm:cxn modelId="{7CFDF3C8-8AB5-4181-90E6-99CF56FC662C}" srcId="{B01E550B-8179-411F-B22D-5B58EB94B881}" destId="{890BAB9D-019B-4637-8F81-55ED2DCEFDC5}" srcOrd="2" destOrd="0" parTransId="{D9E48235-801A-4CC1-AED8-7337A5392F11}" sibTransId="{85382C0F-F201-4611-8B88-AEE19D607930}"/>
    <dgm:cxn modelId="{54292270-8740-4FDB-8312-B9AF508B8861}" srcId="{B01E550B-8179-411F-B22D-5B58EB94B881}" destId="{9FFC5B23-DF7B-4EB0-9BFB-EFB785FDCEBC}" srcOrd="3" destOrd="0" parTransId="{E4AB8FA2-EC7F-4646-ABA3-9F05DDEDFADB}" sibTransId="{00A13A3F-47E8-40DB-8CAF-9780E20CC7A5}"/>
    <dgm:cxn modelId="{AC7662FC-4922-423B-9F7F-758AB565B0EF}" srcId="{B01E550B-8179-411F-B22D-5B58EB94B881}" destId="{B6F307C9-0582-428D-B545-CF9B2C32D061}" srcOrd="4" destOrd="0" parTransId="{864C3AF5-B08B-443D-AF6C-0B34A5D90692}" sibTransId="{5DAA3ACC-ADE6-433D-A536-BE09AAE728B4}"/>
    <dgm:cxn modelId="{19935A3E-DBD8-4AE6-BF21-F093DBC8B8DE}" type="presOf" srcId="{36667777-F206-41D4-B262-36B6B84F8BA5}" destId="{EBEE66AB-CF48-4E4A-ABA1-6E90087FB295}" srcOrd="0" destOrd="0" presId="urn:microsoft.com/office/officeart/2005/8/layout/pyramid2"/>
    <dgm:cxn modelId="{DFD686C8-47F3-4D4A-A587-1F6385E7B881}" srcId="{B01E550B-8179-411F-B22D-5B58EB94B881}" destId="{36667777-F206-41D4-B262-36B6B84F8BA5}" srcOrd="1" destOrd="0" parTransId="{8B27C78C-DEE3-48D7-B2F5-0DAFF18AED24}" sibTransId="{2DD33633-A1CA-42A1-AD82-2B80E39F56AD}"/>
    <dgm:cxn modelId="{941743C6-633E-4E75-A15D-848E14F39620}" type="presOf" srcId="{9FFC5B23-DF7B-4EB0-9BFB-EFB785FDCEBC}" destId="{C3D2F4E5-4440-4CF9-B1A7-C0AB72B43304}" srcOrd="0" destOrd="0" presId="urn:microsoft.com/office/officeart/2005/8/layout/pyramid2"/>
    <dgm:cxn modelId="{BEAFF689-A6D8-4568-8C35-8E4EE7DFF4D8}" srcId="{B01E550B-8179-411F-B22D-5B58EB94B881}" destId="{E33736BA-8DA7-422F-89DB-D9DCA3923CB5}" srcOrd="5" destOrd="0" parTransId="{2247CCB8-9343-46C6-96A9-ED498E59DDF7}" sibTransId="{5DA0C031-53B1-474D-8A6D-4EC29F0CB6F5}"/>
    <dgm:cxn modelId="{12F1F23E-94B9-46F9-A12E-02ADEAEFF73A}" type="presParOf" srcId="{F3C3E874-55FA-493D-A440-1038CD63FE47}" destId="{CCA58AE5-CACB-4A24-891B-83EC4F3B19F3}" srcOrd="0" destOrd="0" presId="urn:microsoft.com/office/officeart/2005/8/layout/pyramid2"/>
    <dgm:cxn modelId="{EE31C2F5-0573-4E64-9475-BC58AA08A049}" type="presParOf" srcId="{F3C3E874-55FA-493D-A440-1038CD63FE47}" destId="{61A70402-C98A-4C22-B8C1-56C01B7EABC7}" srcOrd="1" destOrd="0" presId="urn:microsoft.com/office/officeart/2005/8/layout/pyramid2"/>
    <dgm:cxn modelId="{3962F857-B7E8-418C-8449-EC7382333A0E}" type="presParOf" srcId="{61A70402-C98A-4C22-B8C1-56C01B7EABC7}" destId="{C8E16C79-8A6F-4C3B-9830-2121D850C758}" srcOrd="0" destOrd="0" presId="urn:microsoft.com/office/officeart/2005/8/layout/pyramid2"/>
    <dgm:cxn modelId="{E088A899-B26A-49A3-B32F-DC35C3224DE2}" type="presParOf" srcId="{61A70402-C98A-4C22-B8C1-56C01B7EABC7}" destId="{A438C42F-0E8D-42E7-BFB3-407D3D9E3767}" srcOrd="1" destOrd="0" presId="urn:microsoft.com/office/officeart/2005/8/layout/pyramid2"/>
    <dgm:cxn modelId="{6CA71165-F66D-40C3-BBBC-FDC23088E5D8}" type="presParOf" srcId="{61A70402-C98A-4C22-B8C1-56C01B7EABC7}" destId="{EBEE66AB-CF48-4E4A-ABA1-6E90087FB295}" srcOrd="2" destOrd="0" presId="urn:microsoft.com/office/officeart/2005/8/layout/pyramid2"/>
    <dgm:cxn modelId="{0C7A9776-D8E4-4AAA-8C03-FA3EF068E156}" type="presParOf" srcId="{61A70402-C98A-4C22-B8C1-56C01B7EABC7}" destId="{C8345A53-B5FB-4178-B7B8-B4AD3DD83C9C}" srcOrd="3" destOrd="0" presId="urn:microsoft.com/office/officeart/2005/8/layout/pyramid2"/>
    <dgm:cxn modelId="{236D1D29-8DDE-4FC9-9BDC-F53FC18FB04B}" type="presParOf" srcId="{61A70402-C98A-4C22-B8C1-56C01B7EABC7}" destId="{18B864F2-1754-4153-8224-C080C80515F4}" srcOrd="4" destOrd="0" presId="urn:microsoft.com/office/officeart/2005/8/layout/pyramid2"/>
    <dgm:cxn modelId="{468D1C62-D818-4657-A6C8-71C2DCBECD7D}" type="presParOf" srcId="{61A70402-C98A-4C22-B8C1-56C01B7EABC7}" destId="{85BF0B0E-88E6-43B2-9975-4969509938AE}" srcOrd="5" destOrd="0" presId="urn:microsoft.com/office/officeart/2005/8/layout/pyramid2"/>
    <dgm:cxn modelId="{1A26126E-5428-436E-8021-1F67771F19BF}" type="presParOf" srcId="{61A70402-C98A-4C22-B8C1-56C01B7EABC7}" destId="{C3D2F4E5-4440-4CF9-B1A7-C0AB72B43304}" srcOrd="6" destOrd="0" presId="urn:microsoft.com/office/officeart/2005/8/layout/pyramid2"/>
    <dgm:cxn modelId="{E741EC16-9B2B-445B-B12E-AF8EA0CBB42C}" type="presParOf" srcId="{61A70402-C98A-4C22-B8C1-56C01B7EABC7}" destId="{6A60DB2E-C949-4701-A0A5-04CE4455BDF5}" srcOrd="7" destOrd="0" presId="urn:microsoft.com/office/officeart/2005/8/layout/pyramid2"/>
    <dgm:cxn modelId="{5F3EC944-7A75-4465-B96F-F690582C5E1B}" type="presParOf" srcId="{61A70402-C98A-4C22-B8C1-56C01B7EABC7}" destId="{C2D07F82-A9EE-4456-9A34-4A34EBC6DECA}" srcOrd="8" destOrd="0" presId="urn:microsoft.com/office/officeart/2005/8/layout/pyramid2"/>
    <dgm:cxn modelId="{D0C94A3C-7150-4D11-B1E0-824CB676A27F}" type="presParOf" srcId="{61A70402-C98A-4C22-B8C1-56C01B7EABC7}" destId="{F9C87FD9-74C4-41A2-A961-2520A1E69ADE}" srcOrd="9" destOrd="0" presId="urn:microsoft.com/office/officeart/2005/8/layout/pyramid2"/>
    <dgm:cxn modelId="{3FA3B72B-11B4-48E7-AC53-ED78E75A94D8}" type="presParOf" srcId="{61A70402-C98A-4C22-B8C1-56C01B7EABC7}" destId="{0FD67859-97A7-4715-813A-05D5BF567EEB}" srcOrd="10" destOrd="0" presId="urn:microsoft.com/office/officeart/2005/8/layout/pyramid2"/>
    <dgm:cxn modelId="{464EAAE0-8413-4AD7-BE51-057F3E63D0F3}" type="presParOf" srcId="{61A70402-C98A-4C22-B8C1-56C01B7EABC7}" destId="{D9DECE7C-D75D-43F1-BBD6-78863760BDE8}" srcOrd="11" destOrd="0" presId="urn:microsoft.com/office/officeart/2005/8/layout/pyramid2"/>
    <dgm:cxn modelId="{96533A94-6F7D-4785-93D7-DA2D6851B2F0}" type="presParOf" srcId="{61A70402-C98A-4C22-B8C1-56C01B7EABC7}" destId="{F5B03BD6-6E87-49CD-8BA4-BECB13ED8F2B}" srcOrd="12" destOrd="0" presId="urn:microsoft.com/office/officeart/2005/8/layout/pyramid2"/>
    <dgm:cxn modelId="{32D226AA-60A9-4193-8FDB-AD79848EF921}" type="presParOf" srcId="{61A70402-C98A-4C22-B8C1-56C01B7EABC7}" destId="{C7D2C22C-1F3B-4434-BAA3-36FDCF735516}" srcOrd="1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E43AB1-56A5-4A72-A14B-D36F94234978}" type="doc">
      <dgm:prSet loTypeId="urn:microsoft.com/office/officeart/2005/8/layout/lProcess3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2FD4F9-9469-45E7-99B6-EB1297857074}">
      <dgm:prSet/>
      <dgm:spPr/>
      <dgm:t>
        <a:bodyPr/>
        <a:lstStyle/>
        <a:p>
          <a:pPr rtl="0"/>
          <a:r>
            <a:rPr lang="en-US" dirty="0" smtClean="0"/>
            <a:t>📌 </a:t>
          </a:r>
          <a:r>
            <a:rPr lang="en-US" b="1" dirty="0" smtClean="0"/>
            <a:t>Pipeline Overview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1 Data Source → </a:t>
          </a:r>
          <a:r>
            <a:rPr lang="en-US" b="1" dirty="0" err="1" smtClean="0"/>
            <a:t>NewsAPI</a:t>
          </a:r>
          <a:r>
            <a:rPr lang="en-US" b="1" dirty="0" smtClean="0"/>
            <a:t> / </a:t>
          </a:r>
          <a:r>
            <a:rPr lang="en-US" b="1" dirty="0" err="1" smtClean="0"/>
            <a:t>GNews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2 Processing → </a:t>
          </a:r>
          <a:r>
            <a:rPr lang="en-US" b="1" dirty="0" smtClean="0"/>
            <a:t>LangChain + LLM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3 Output → </a:t>
          </a:r>
          <a:r>
            <a:rPr lang="en-US" b="1" dirty="0" smtClean="0"/>
            <a:t>Summarized Insights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4 Frontend → </a:t>
          </a:r>
          <a:r>
            <a:rPr lang="en-US" b="1" dirty="0" err="1" smtClean="0"/>
            <a:t>Streamlit</a:t>
          </a:r>
          <a:r>
            <a:rPr lang="en-US" b="1" dirty="0" smtClean="0"/>
            <a:t> UI</a:t>
          </a:r>
          <a:r>
            <a:rPr lang="en-US" dirty="0" smtClean="0"/>
            <a:t/>
          </a:r>
          <a:br>
            <a:rPr lang="en-US" dirty="0" smtClean="0"/>
          </a:br>
          <a:r>
            <a:rPr lang="en-US" dirty="0" smtClean="0"/>
            <a:t>5  Optional → Query logging, history, export</a:t>
          </a:r>
          <a:endParaRPr lang="en-US" dirty="0"/>
        </a:p>
      </dgm:t>
    </dgm:pt>
    <dgm:pt modelId="{1F28E83D-1B60-4FD6-B452-69164222E171}" type="parTrans" cxnId="{DADF86B1-DA51-4BAB-B4C8-5B265500401B}">
      <dgm:prSet/>
      <dgm:spPr/>
      <dgm:t>
        <a:bodyPr/>
        <a:lstStyle/>
        <a:p>
          <a:endParaRPr lang="en-US"/>
        </a:p>
      </dgm:t>
    </dgm:pt>
    <dgm:pt modelId="{A37CC891-3AA6-4219-8665-8BB3B7D55EDB}" type="sibTrans" cxnId="{DADF86B1-DA51-4BAB-B4C8-5B265500401B}">
      <dgm:prSet/>
      <dgm:spPr/>
      <dgm:t>
        <a:bodyPr/>
        <a:lstStyle/>
        <a:p>
          <a:endParaRPr lang="en-US"/>
        </a:p>
      </dgm:t>
    </dgm:pt>
    <dgm:pt modelId="{B1556B5F-EE78-4D8A-A2D3-85AC0236EBB8}" type="pres">
      <dgm:prSet presAssocID="{2DE43AB1-56A5-4A72-A14B-D36F94234978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67784D5-D109-4B0C-BF7E-C710BF21213D}" type="pres">
      <dgm:prSet presAssocID="{4C2FD4F9-9469-45E7-99B6-EB1297857074}" presName="horFlow" presStyleCnt="0"/>
      <dgm:spPr/>
    </dgm:pt>
    <dgm:pt modelId="{4E7F3046-89F2-43CD-85FB-A7B200AF76BC}" type="pres">
      <dgm:prSet presAssocID="{4C2FD4F9-9469-45E7-99B6-EB1297857074}" presName="bigChev" presStyleLbl="node1" presStyleIdx="0" presStyleCnt="1" custLinFactNeighborX="-856" custLinFactNeighborY="32155"/>
      <dgm:spPr/>
    </dgm:pt>
  </dgm:ptLst>
  <dgm:cxnLst>
    <dgm:cxn modelId="{054FE522-F16F-4185-8F12-13EF979D4F85}" type="presOf" srcId="{4C2FD4F9-9469-45E7-99B6-EB1297857074}" destId="{4E7F3046-89F2-43CD-85FB-A7B200AF76BC}" srcOrd="0" destOrd="0" presId="urn:microsoft.com/office/officeart/2005/8/layout/lProcess3"/>
    <dgm:cxn modelId="{63B71077-62CF-4283-B45A-2D3C0D1661DE}" type="presOf" srcId="{2DE43AB1-56A5-4A72-A14B-D36F94234978}" destId="{B1556B5F-EE78-4D8A-A2D3-85AC0236EBB8}" srcOrd="0" destOrd="0" presId="urn:microsoft.com/office/officeart/2005/8/layout/lProcess3"/>
    <dgm:cxn modelId="{DADF86B1-DA51-4BAB-B4C8-5B265500401B}" srcId="{2DE43AB1-56A5-4A72-A14B-D36F94234978}" destId="{4C2FD4F9-9469-45E7-99B6-EB1297857074}" srcOrd="0" destOrd="0" parTransId="{1F28E83D-1B60-4FD6-B452-69164222E171}" sibTransId="{A37CC891-3AA6-4219-8665-8BB3B7D55EDB}"/>
    <dgm:cxn modelId="{C9229EB6-EC49-4827-B194-10A2AA59A812}" type="presParOf" srcId="{B1556B5F-EE78-4D8A-A2D3-85AC0236EBB8}" destId="{967784D5-D109-4B0C-BF7E-C710BF21213D}" srcOrd="0" destOrd="0" presId="urn:microsoft.com/office/officeart/2005/8/layout/lProcess3"/>
    <dgm:cxn modelId="{E881AE2C-D9CA-46B3-A02D-C98BDB8F5E5F}" type="presParOf" srcId="{967784D5-D109-4B0C-BF7E-C710BF21213D}" destId="{4E7F3046-89F2-43CD-85FB-A7B200AF76BC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9D32A4-4FB9-48B5-8DE5-7E648D88D0C9}" type="doc">
      <dgm:prSet loTypeId="urn:microsoft.com/office/officeart/2005/8/layout/process1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3BB1D0-5EF8-4CCF-BC87-66508F4FC6C6}">
      <dgm:prSet/>
      <dgm:spPr>
        <a:solidFill>
          <a:srgbClr val="00B050"/>
        </a:solidFill>
      </dgm:spPr>
      <dgm:t>
        <a:bodyPr/>
        <a:lstStyle/>
        <a:p>
          <a:pPr rtl="0"/>
          <a:r>
            <a:rPr lang="en-US" i="1" dirty="0" smtClean="0"/>
            <a:t>(Insert flowchart: </a:t>
          </a:r>
          <a:r>
            <a:rPr lang="en-US" i="1" dirty="0" err="1" smtClean="0"/>
            <a:t>NewsAPI</a:t>
          </a:r>
          <a:r>
            <a:rPr lang="en-US" i="1" dirty="0" smtClean="0"/>
            <a:t> → LangChain → </a:t>
          </a:r>
          <a:r>
            <a:rPr lang="en-US" i="1" dirty="0" err="1" smtClean="0"/>
            <a:t>Streamlit</a:t>
          </a:r>
          <a:r>
            <a:rPr lang="en-US" i="1" dirty="0" smtClean="0"/>
            <a:t> → User)</a:t>
          </a:r>
          <a:endParaRPr lang="en-US" dirty="0"/>
        </a:p>
      </dgm:t>
    </dgm:pt>
    <dgm:pt modelId="{ACB62308-C75F-4F3A-A6FD-1A1DF03A17FF}" type="parTrans" cxnId="{5FE94ACE-2981-4490-8FA0-B86E323693A8}">
      <dgm:prSet/>
      <dgm:spPr/>
      <dgm:t>
        <a:bodyPr/>
        <a:lstStyle/>
        <a:p>
          <a:endParaRPr lang="en-US"/>
        </a:p>
      </dgm:t>
    </dgm:pt>
    <dgm:pt modelId="{0FF849F2-6A48-40E7-AD68-DAE1C42A0935}" type="sibTrans" cxnId="{5FE94ACE-2981-4490-8FA0-B86E323693A8}">
      <dgm:prSet/>
      <dgm:spPr/>
      <dgm:t>
        <a:bodyPr/>
        <a:lstStyle/>
        <a:p>
          <a:endParaRPr lang="en-US"/>
        </a:p>
      </dgm:t>
    </dgm:pt>
    <dgm:pt modelId="{566BAAFE-E942-4ED0-A039-E37C7BFC5586}" type="pres">
      <dgm:prSet presAssocID="{919D32A4-4FB9-48B5-8DE5-7E648D88D0C9}" presName="Name0" presStyleCnt="0">
        <dgm:presLayoutVars>
          <dgm:dir/>
          <dgm:resizeHandles val="exact"/>
        </dgm:presLayoutVars>
      </dgm:prSet>
      <dgm:spPr/>
    </dgm:pt>
    <dgm:pt modelId="{3F2CE807-66C2-40AD-AF72-00E9AA61128B}" type="pres">
      <dgm:prSet presAssocID="{443BB1D0-5EF8-4CCF-BC87-66508F4FC6C6}" presName="node" presStyleLbl="node1" presStyleIdx="0" presStyleCnt="1" custLinFactNeighborX="5917" custLinFactNeighborY="-82527">
        <dgm:presLayoutVars>
          <dgm:bulletEnabled val="1"/>
        </dgm:presLayoutVars>
      </dgm:prSet>
      <dgm:spPr/>
    </dgm:pt>
  </dgm:ptLst>
  <dgm:cxnLst>
    <dgm:cxn modelId="{3D2539D4-85D3-4A60-AD3A-A403EF597446}" type="presOf" srcId="{443BB1D0-5EF8-4CCF-BC87-66508F4FC6C6}" destId="{3F2CE807-66C2-40AD-AF72-00E9AA61128B}" srcOrd="0" destOrd="0" presId="urn:microsoft.com/office/officeart/2005/8/layout/process1"/>
    <dgm:cxn modelId="{2BA432CA-B57D-4B68-B191-A3B31B9F8D4A}" type="presOf" srcId="{919D32A4-4FB9-48B5-8DE5-7E648D88D0C9}" destId="{566BAAFE-E942-4ED0-A039-E37C7BFC5586}" srcOrd="0" destOrd="0" presId="urn:microsoft.com/office/officeart/2005/8/layout/process1"/>
    <dgm:cxn modelId="{5FE94ACE-2981-4490-8FA0-B86E323693A8}" srcId="{919D32A4-4FB9-48B5-8DE5-7E648D88D0C9}" destId="{443BB1D0-5EF8-4CCF-BC87-66508F4FC6C6}" srcOrd="0" destOrd="0" parTransId="{ACB62308-C75F-4F3A-A6FD-1A1DF03A17FF}" sibTransId="{0FF849F2-6A48-40E7-AD68-DAE1C42A0935}"/>
    <dgm:cxn modelId="{B34971DE-43CD-4807-8DDC-B3B53A4D0723}" type="presParOf" srcId="{566BAAFE-E942-4ED0-A039-E37C7BFC5586}" destId="{3F2CE807-66C2-40AD-AF72-00E9AA61128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ECC8D51-A72D-4B63-ADA6-A0E324C763FD}" type="doc">
      <dgm:prSet loTypeId="urn:microsoft.com/office/officeart/2005/8/layout/venn1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E6C5A5-A447-4D6F-9987-10BA647A1A84}">
      <dgm:prSet/>
      <dgm:spPr>
        <a:solidFill>
          <a:srgbClr val="002060">
            <a:alpha val="50000"/>
          </a:srgbClr>
        </a:solidFill>
      </dgm:spPr>
      <dgm:t>
        <a:bodyPr/>
        <a:lstStyle/>
        <a:p>
          <a:pPr rtl="0"/>
          <a:r>
            <a:rPr lang="en-US" smtClean="0"/>
            <a:t>⚙️ </a:t>
          </a:r>
          <a:r>
            <a:rPr lang="en-US" b="1" smtClean="0"/>
            <a:t>Setup Requirements</a:t>
          </a:r>
          <a:endParaRPr lang="en-US"/>
        </a:p>
      </dgm:t>
    </dgm:pt>
    <dgm:pt modelId="{333AB4DD-7568-43AD-8EF3-1B2E1730C1E6}" type="parTrans" cxnId="{60D29D73-B331-4915-90DC-8F3E2DC12DF4}">
      <dgm:prSet/>
      <dgm:spPr/>
      <dgm:t>
        <a:bodyPr/>
        <a:lstStyle/>
        <a:p>
          <a:endParaRPr lang="en-US"/>
        </a:p>
      </dgm:t>
    </dgm:pt>
    <dgm:pt modelId="{105D8EB1-76A6-423C-A5D2-B1EA4BBB71BF}" type="sibTrans" cxnId="{60D29D73-B331-4915-90DC-8F3E2DC12DF4}">
      <dgm:prSet/>
      <dgm:spPr/>
      <dgm:t>
        <a:bodyPr/>
        <a:lstStyle/>
        <a:p>
          <a:endParaRPr lang="en-US"/>
        </a:p>
      </dgm:t>
    </dgm:pt>
    <dgm:pt modelId="{5CD753A0-B73D-47E4-873E-504145ADEC3A}">
      <dgm:prSet/>
      <dgm:spPr>
        <a:solidFill>
          <a:srgbClr val="FF0000">
            <a:alpha val="50000"/>
          </a:srgbClr>
        </a:solidFill>
      </dgm:spPr>
      <dgm:t>
        <a:bodyPr/>
        <a:lstStyle/>
        <a:p>
          <a:pPr rtl="0"/>
          <a:r>
            <a:rPr lang="en-US" dirty="0" smtClean="0"/>
            <a:t>Installed libraries: </a:t>
          </a:r>
          <a:r>
            <a:rPr lang="en-US" dirty="0" err="1" smtClean="0"/>
            <a:t>langchain</a:t>
          </a:r>
          <a:r>
            <a:rPr lang="en-US" dirty="0" smtClean="0"/>
            <a:t>, </a:t>
          </a:r>
          <a:r>
            <a:rPr lang="en-US" dirty="0" err="1" smtClean="0"/>
            <a:t>streamlit</a:t>
          </a:r>
          <a:r>
            <a:rPr lang="en-US" dirty="0" smtClean="0"/>
            <a:t>, </a:t>
          </a:r>
          <a:r>
            <a:rPr lang="en-US" dirty="0" err="1" smtClean="0"/>
            <a:t>newsapi</a:t>
          </a:r>
          <a:r>
            <a:rPr lang="en-US" dirty="0" smtClean="0"/>
            <a:t>-python, </a:t>
          </a:r>
          <a:r>
            <a:rPr lang="en-US" dirty="0" err="1" smtClean="0"/>
            <a:t>openai</a:t>
          </a:r>
          <a:endParaRPr lang="en-US" dirty="0"/>
        </a:p>
      </dgm:t>
    </dgm:pt>
    <dgm:pt modelId="{456CDD45-61A1-42F8-9869-0782BBAE1E9C}" type="parTrans" cxnId="{2EAFCD39-0B23-49B7-9E65-0CD4B865917E}">
      <dgm:prSet/>
      <dgm:spPr/>
      <dgm:t>
        <a:bodyPr/>
        <a:lstStyle/>
        <a:p>
          <a:endParaRPr lang="en-US"/>
        </a:p>
      </dgm:t>
    </dgm:pt>
    <dgm:pt modelId="{10ADD32D-F1AD-42EC-AFED-70DF5AD65C8F}" type="sibTrans" cxnId="{2EAFCD39-0B23-49B7-9E65-0CD4B865917E}">
      <dgm:prSet/>
      <dgm:spPr/>
      <dgm:t>
        <a:bodyPr/>
        <a:lstStyle/>
        <a:p>
          <a:endParaRPr lang="en-US"/>
        </a:p>
      </dgm:t>
    </dgm:pt>
    <dgm:pt modelId="{18A647CB-F324-44DE-B836-A1D5E26E072F}">
      <dgm:prSet/>
      <dgm:spPr>
        <a:solidFill>
          <a:srgbClr val="7030A0">
            <a:alpha val="50000"/>
          </a:srgbClr>
        </a:solidFill>
      </dgm:spPr>
      <dgm:t>
        <a:bodyPr/>
        <a:lstStyle/>
        <a:p>
          <a:pPr rtl="0"/>
          <a:r>
            <a:rPr lang="en-US" smtClean="0"/>
            <a:t>API Keys: </a:t>
          </a:r>
          <a:r>
            <a:rPr lang="en-US" b="1" smtClean="0"/>
            <a:t>OpenAI</a:t>
          </a:r>
          <a:r>
            <a:rPr lang="en-US" smtClean="0"/>
            <a:t> + </a:t>
          </a:r>
          <a:r>
            <a:rPr lang="en-US" b="1" smtClean="0"/>
            <a:t>NewsAPI</a:t>
          </a:r>
          <a:endParaRPr lang="en-US"/>
        </a:p>
      </dgm:t>
    </dgm:pt>
    <dgm:pt modelId="{C411A2E8-CBCA-42C0-A87D-D601837D155E}" type="parTrans" cxnId="{E734AD67-6C61-4286-80E1-EE45B9EF5F62}">
      <dgm:prSet/>
      <dgm:spPr/>
      <dgm:t>
        <a:bodyPr/>
        <a:lstStyle/>
        <a:p>
          <a:endParaRPr lang="en-US"/>
        </a:p>
      </dgm:t>
    </dgm:pt>
    <dgm:pt modelId="{1B12644B-3E40-4849-88DE-BFE87D4A02AE}" type="sibTrans" cxnId="{E734AD67-6C61-4286-80E1-EE45B9EF5F62}">
      <dgm:prSet/>
      <dgm:spPr/>
      <dgm:t>
        <a:bodyPr/>
        <a:lstStyle/>
        <a:p>
          <a:endParaRPr lang="en-US"/>
        </a:p>
      </dgm:t>
    </dgm:pt>
    <dgm:pt modelId="{D95ACC71-922D-4190-A84F-161240311378}">
      <dgm:prSet/>
      <dgm:spPr>
        <a:solidFill>
          <a:srgbClr val="00B050">
            <a:alpha val="50000"/>
          </a:srgbClr>
        </a:solidFill>
      </dgm:spPr>
      <dgm:t>
        <a:bodyPr/>
        <a:lstStyle/>
        <a:p>
          <a:pPr rtl="0"/>
          <a:r>
            <a:rPr lang="en-US" smtClean="0"/>
            <a:t>Secure storage using .env file</a:t>
          </a:r>
          <a:endParaRPr lang="en-US"/>
        </a:p>
      </dgm:t>
    </dgm:pt>
    <dgm:pt modelId="{008C30B5-5AC5-429D-98F7-59AAE71D2599}" type="parTrans" cxnId="{505849F9-0A4C-4E24-9CB5-0ABB8CA72547}">
      <dgm:prSet/>
      <dgm:spPr/>
      <dgm:t>
        <a:bodyPr/>
        <a:lstStyle/>
        <a:p>
          <a:endParaRPr lang="en-US"/>
        </a:p>
      </dgm:t>
    </dgm:pt>
    <dgm:pt modelId="{88933512-9B79-40DB-9540-2EC97B7491D1}" type="sibTrans" cxnId="{505849F9-0A4C-4E24-9CB5-0ABB8CA72547}">
      <dgm:prSet/>
      <dgm:spPr/>
      <dgm:t>
        <a:bodyPr/>
        <a:lstStyle/>
        <a:p>
          <a:endParaRPr lang="en-US"/>
        </a:p>
      </dgm:t>
    </dgm:pt>
    <dgm:pt modelId="{59BD291C-400C-4FCC-AAA5-2EE24F5255B0}" type="pres">
      <dgm:prSet presAssocID="{3ECC8D51-A72D-4B63-ADA6-A0E324C763FD}" presName="compositeShape" presStyleCnt="0">
        <dgm:presLayoutVars>
          <dgm:chMax val="7"/>
          <dgm:dir/>
          <dgm:resizeHandles val="exact"/>
        </dgm:presLayoutVars>
      </dgm:prSet>
      <dgm:spPr/>
    </dgm:pt>
    <dgm:pt modelId="{D93F7EDA-504F-4B6E-8BE0-A9CA06A94267}" type="pres">
      <dgm:prSet presAssocID="{60E6C5A5-A447-4D6F-9987-10BA647A1A84}" presName="circ1" presStyleLbl="vennNode1" presStyleIdx="0" presStyleCnt="4"/>
      <dgm:spPr/>
    </dgm:pt>
    <dgm:pt modelId="{3802A471-C508-4FFD-80DA-A6378EC1D5CE}" type="pres">
      <dgm:prSet presAssocID="{60E6C5A5-A447-4D6F-9987-10BA647A1A8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2FBCDAE-6FE9-4F2D-BFDF-5B8FB471DCDB}" type="pres">
      <dgm:prSet presAssocID="{5CD753A0-B73D-47E4-873E-504145ADEC3A}" presName="circ2" presStyleLbl="vennNode1" presStyleIdx="1" presStyleCnt="4" custScaleX="100472"/>
      <dgm:spPr/>
    </dgm:pt>
    <dgm:pt modelId="{BB6F2124-E4A0-4E7C-8612-FF62C85CD830}" type="pres">
      <dgm:prSet presAssocID="{5CD753A0-B73D-47E4-873E-504145ADEC3A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5FB2482-0DF6-4CF4-8043-5F1E0DAA6D08}" type="pres">
      <dgm:prSet presAssocID="{18A647CB-F324-44DE-B836-A1D5E26E072F}" presName="circ3" presStyleLbl="vennNode1" presStyleIdx="2" presStyleCnt="4"/>
      <dgm:spPr/>
    </dgm:pt>
    <dgm:pt modelId="{24E28490-8E73-4564-9B4C-616842223930}" type="pres">
      <dgm:prSet presAssocID="{18A647CB-F324-44DE-B836-A1D5E26E072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746D165-E0CB-41A4-811F-16B5227DFD2F}" type="pres">
      <dgm:prSet presAssocID="{D95ACC71-922D-4190-A84F-161240311378}" presName="circ4" presStyleLbl="vennNode1" presStyleIdx="3" presStyleCnt="4"/>
      <dgm:spPr/>
    </dgm:pt>
    <dgm:pt modelId="{7693146D-83F6-4813-921C-B4AE9732A217}" type="pres">
      <dgm:prSet presAssocID="{D95ACC71-922D-4190-A84F-161240311378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CFD529A6-9237-4C5C-A8AD-38B89112E02A}" type="presOf" srcId="{18A647CB-F324-44DE-B836-A1D5E26E072F}" destId="{24E28490-8E73-4564-9B4C-616842223930}" srcOrd="1" destOrd="0" presId="urn:microsoft.com/office/officeart/2005/8/layout/venn1"/>
    <dgm:cxn modelId="{505849F9-0A4C-4E24-9CB5-0ABB8CA72547}" srcId="{3ECC8D51-A72D-4B63-ADA6-A0E324C763FD}" destId="{D95ACC71-922D-4190-A84F-161240311378}" srcOrd="3" destOrd="0" parTransId="{008C30B5-5AC5-429D-98F7-59AAE71D2599}" sibTransId="{88933512-9B79-40DB-9540-2EC97B7491D1}"/>
    <dgm:cxn modelId="{60D29D73-B331-4915-90DC-8F3E2DC12DF4}" srcId="{3ECC8D51-A72D-4B63-ADA6-A0E324C763FD}" destId="{60E6C5A5-A447-4D6F-9987-10BA647A1A84}" srcOrd="0" destOrd="0" parTransId="{333AB4DD-7568-43AD-8EF3-1B2E1730C1E6}" sibTransId="{105D8EB1-76A6-423C-A5D2-B1EA4BBB71BF}"/>
    <dgm:cxn modelId="{A7A29FC4-1714-4100-B6D3-F423FC3F01F3}" type="presOf" srcId="{18A647CB-F324-44DE-B836-A1D5E26E072F}" destId="{45FB2482-0DF6-4CF4-8043-5F1E0DAA6D08}" srcOrd="0" destOrd="0" presId="urn:microsoft.com/office/officeart/2005/8/layout/venn1"/>
    <dgm:cxn modelId="{2EAFCD39-0B23-49B7-9E65-0CD4B865917E}" srcId="{3ECC8D51-A72D-4B63-ADA6-A0E324C763FD}" destId="{5CD753A0-B73D-47E4-873E-504145ADEC3A}" srcOrd="1" destOrd="0" parTransId="{456CDD45-61A1-42F8-9869-0782BBAE1E9C}" sibTransId="{10ADD32D-F1AD-42EC-AFED-70DF5AD65C8F}"/>
    <dgm:cxn modelId="{7A5FA0CA-72F7-45FE-9AE7-04886C0DB6BF}" type="presOf" srcId="{5CD753A0-B73D-47E4-873E-504145ADEC3A}" destId="{BB6F2124-E4A0-4E7C-8612-FF62C85CD830}" srcOrd="1" destOrd="0" presId="urn:microsoft.com/office/officeart/2005/8/layout/venn1"/>
    <dgm:cxn modelId="{A9EA83A6-D054-4298-9F7A-75475C600515}" type="presOf" srcId="{D95ACC71-922D-4190-A84F-161240311378}" destId="{7693146D-83F6-4813-921C-B4AE9732A217}" srcOrd="1" destOrd="0" presId="urn:microsoft.com/office/officeart/2005/8/layout/venn1"/>
    <dgm:cxn modelId="{5461918E-D4B6-42D2-9EF8-DBE257A10F62}" type="presOf" srcId="{D95ACC71-922D-4190-A84F-161240311378}" destId="{2746D165-E0CB-41A4-811F-16B5227DFD2F}" srcOrd="0" destOrd="0" presId="urn:microsoft.com/office/officeart/2005/8/layout/venn1"/>
    <dgm:cxn modelId="{A97E48C6-ACBD-4528-9CFB-35D55B525D57}" type="presOf" srcId="{60E6C5A5-A447-4D6F-9987-10BA647A1A84}" destId="{D93F7EDA-504F-4B6E-8BE0-A9CA06A94267}" srcOrd="0" destOrd="0" presId="urn:microsoft.com/office/officeart/2005/8/layout/venn1"/>
    <dgm:cxn modelId="{816280B4-DC0C-42C3-AB76-56FBD43C7709}" type="presOf" srcId="{60E6C5A5-A447-4D6F-9987-10BA647A1A84}" destId="{3802A471-C508-4FFD-80DA-A6378EC1D5CE}" srcOrd="1" destOrd="0" presId="urn:microsoft.com/office/officeart/2005/8/layout/venn1"/>
    <dgm:cxn modelId="{89C4E87C-FF5D-4D12-AC53-1C691F64CFDD}" type="presOf" srcId="{3ECC8D51-A72D-4B63-ADA6-A0E324C763FD}" destId="{59BD291C-400C-4FCC-AAA5-2EE24F5255B0}" srcOrd="0" destOrd="0" presId="urn:microsoft.com/office/officeart/2005/8/layout/venn1"/>
    <dgm:cxn modelId="{E734AD67-6C61-4286-80E1-EE45B9EF5F62}" srcId="{3ECC8D51-A72D-4B63-ADA6-A0E324C763FD}" destId="{18A647CB-F324-44DE-B836-A1D5E26E072F}" srcOrd="2" destOrd="0" parTransId="{C411A2E8-CBCA-42C0-A87D-D601837D155E}" sibTransId="{1B12644B-3E40-4849-88DE-BFE87D4A02AE}"/>
    <dgm:cxn modelId="{B78B64B3-DBF6-4B0A-9B6C-C1013EB49624}" type="presOf" srcId="{5CD753A0-B73D-47E4-873E-504145ADEC3A}" destId="{32FBCDAE-6FE9-4F2D-BFDF-5B8FB471DCDB}" srcOrd="0" destOrd="0" presId="urn:microsoft.com/office/officeart/2005/8/layout/venn1"/>
    <dgm:cxn modelId="{7D8B3553-0EDE-4A53-9812-194DC8B374C1}" type="presParOf" srcId="{59BD291C-400C-4FCC-AAA5-2EE24F5255B0}" destId="{D93F7EDA-504F-4B6E-8BE0-A9CA06A94267}" srcOrd="0" destOrd="0" presId="urn:microsoft.com/office/officeart/2005/8/layout/venn1"/>
    <dgm:cxn modelId="{5FD652B3-5EA1-4AEB-AFE9-C403A80F3D94}" type="presParOf" srcId="{59BD291C-400C-4FCC-AAA5-2EE24F5255B0}" destId="{3802A471-C508-4FFD-80DA-A6378EC1D5CE}" srcOrd="1" destOrd="0" presId="urn:microsoft.com/office/officeart/2005/8/layout/venn1"/>
    <dgm:cxn modelId="{78082EC7-B970-4ACB-8F7D-86BB0DB41BD6}" type="presParOf" srcId="{59BD291C-400C-4FCC-AAA5-2EE24F5255B0}" destId="{32FBCDAE-6FE9-4F2D-BFDF-5B8FB471DCDB}" srcOrd="2" destOrd="0" presId="urn:microsoft.com/office/officeart/2005/8/layout/venn1"/>
    <dgm:cxn modelId="{B021C101-932F-4D9C-890E-6AC1C110940C}" type="presParOf" srcId="{59BD291C-400C-4FCC-AAA5-2EE24F5255B0}" destId="{BB6F2124-E4A0-4E7C-8612-FF62C85CD830}" srcOrd="3" destOrd="0" presId="urn:microsoft.com/office/officeart/2005/8/layout/venn1"/>
    <dgm:cxn modelId="{CE9D75A7-DD8D-4B01-B140-86668B691610}" type="presParOf" srcId="{59BD291C-400C-4FCC-AAA5-2EE24F5255B0}" destId="{45FB2482-0DF6-4CF4-8043-5F1E0DAA6D08}" srcOrd="4" destOrd="0" presId="urn:microsoft.com/office/officeart/2005/8/layout/venn1"/>
    <dgm:cxn modelId="{EA8B50F9-6E80-4B4C-9F1B-CE3AD3776C99}" type="presParOf" srcId="{59BD291C-400C-4FCC-AAA5-2EE24F5255B0}" destId="{24E28490-8E73-4564-9B4C-616842223930}" srcOrd="5" destOrd="0" presId="urn:microsoft.com/office/officeart/2005/8/layout/venn1"/>
    <dgm:cxn modelId="{ECE7FD62-41C5-4468-B9D2-D7B700597CB7}" type="presParOf" srcId="{59BD291C-400C-4FCC-AAA5-2EE24F5255B0}" destId="{2746D165-E0CB-41A4-811F-16B5227DFD2F}" srcOrd="6" destOrd="0" presId="urn:microsoft.com/office/officeart/2005/8/layout/venn1"/>
    <dgm:cxn modelId="{6E27D5BE-FCDE-4CF3-8C51-10F7537C08E1}" type="presParOf" srcId="{59BD291C-400C-4FCC-AAA5-2EE24F5255B0}" destId="{7693146D-83F6-4813-921C-B4AE9732A217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8736F7D-4D73-4A28-9555-1438B43C8E4B}" type="doc">
      <dgm:prSet loTypeId="urn:microsoft.com/office/officeart/2005/8/layout/cycle3" loCatId="cycle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35663C-4C85-4078-BAA9-2035DA0E73CB}">
      <dgm:prSet/>
      <dgm:spPr/>
      <dgm:t>
        <a:bodyPr/>
        <a:lstStyle/>
        <a:p>
          <a:pPr rtl="0"/>
          <a:r>
            <a:rPr lang="en-US" b="1" smtClean="0"/>
            <a:t>📝 Content</a:t>
          </a:r>
          <a:endParaRPr lang="en-US"/>
        </a:p>
      </dgm:t>
    </dgm:pt>
    <dgm:pt modelId="{C18FC572-C0FE-4913-8C4E-8F254F526052}" type="parTrans" cxnId="{63F8FBED-37E1-4CE6-9857-EAD4EDC1E28A}">
      <dgm:prSet/>
      <dgm:spPr/>
      <dgm:t>
        <a:bodyPr/>
        <a:lstStyle/>
        <a:p>
          <a:endParaRPr lang="en-US"/>
        </a:p>
      </dgm:t>
    </dgm:pt>
    <dgm:pt modelId="{E19026F6-28A9-4919-B194-268CAE3EC948}" type="sibTrans" cxnId="{63F8FBED-37E1-4CE6-9857-EAD4EDC1E28A}">
      <dgm:prSet/>
      <dgm:spPr/>
      <dgm:t>
        <a:bodyPr/>
        <a:lstStyle/>
        <a:p>
          <a:endParaRPr lang="en-US"/>
        </a:p>
      </dgm:t>
    </dgm:pt>
    <dgm:pt modelId="{2AF8D685-FBA6-4E90-A156-4F7DED084B19}">
      <dgm:prSet/>
      <dgm:spPr/>
      <dgm:t>
        <a:bodyPr/>
        <a:lstStyle/>
        <a:p>
          <a:pPr rtl="0"/>
          <a:r>
            <a:rPr lang="en-US" dirty="0" err="1" smtClean="0"/>
            <a:t>Config</a:t>
          </a:r>
          <a:r>
            <a:rPr lang="en-US" dirty="0" smtClean="0"/>
            <a:t> file: </a:t>
          </a:r>
          <a:r>
            <a:rPr lang="en-US" b="1" dirty="0" smtClean="0"/>
            <a:t>langchain_config.py</a:t>
          </a:r>
          <a:endParaRPr lang="en-US" dirty="0"/>
        </a:p>
      </dgm:t>
    </dgm:pt>
    <dgm:pt modelId="{8DB76D4A-5E3C-4816-9D67-8BFDFD8768DF}" type="parTrans" cxnId="{F9CA9798-D9A2-4E39-B542-0EA0D6A944C6}">
      <dgm:prSet/>
      <dgm:spPr/>
      <dgm:t>
        <a:bodyPr/>
        <a:lstStyle/>
        <a:p>
          <a:endParaRPr lang="en-US"/>
        </a:p>
      </dgm:t>
    </dgm:pt>
    <dgm:pt modelId="{D31BFBFB-59D0-4181-AA4F-437361EDA0E6}" type="sibTrans" cxnId="{F9CA9798-D9A2-4E39-B542-0EA0D6A944C6}">
      <dgm:prSet/>
      <dgm:spPr/>
      <dgm:t>
        <a:bodyPr/>
        <a:lstStyle/>
        <a:p>
          <a:endParaRPr lang="en-US"/>
        </a:p>
      </dgm:t>
    </dgm:pt>
    <dgm:pt modelId="{6AC59F6A-9FA6-4E7F-B829-326C41F50A1B}">
      <dgm:prSet/>
      <dgm:spPr/>
      <dgm:t>
        <a:bodyPr/>
        <a:lstStyle/>
        <a:p>
          <a:pPr rtl="0"/>
          <a:r>
            <a:rPr lang="en-US" b="1" smtClean="0"/>
            <a:t>PromptTemplate</a:t>
          </a:r>
          <a:r>
            <a:rPr lang="en-US" smtClean="0"/>
            <a:t> for summarization</a:t>
          </a:r>
          <a:endParaRPr lang="en-US"/>
        </a:p>
      </dgm:t>
    </dgm:pt>
    <dgm:pt modelId="{8B79AF94-4301-4737-B85C-C88A4417BCBB}" type="parTrans" cxnId="{5DA4ECAB-1200-4506-A2AE-5F5FD9AD6970}">
      <dgm:prSet/>
      <dgm:spPr/>
      <dgm:t>
        <a:bodyPr/>
        <a:lstStyle/>
        <a:p>
          <a:endParaRPr lang="en-US"/>
        </a:p>
      </dgm:t>
    </dgm:pt>
    <dgm:pt modelId="{A6D86803-FB81-4F55-AE9A-45236BAC6EA1}" type="sibTrans" cxnId="{5DA4ECAB-1200-4506-A2AE-5F5FD9AD6970}">
      <dgm:prSet/>
      <dgm:spPr/>
      <dgm:t>
        <a:bodyPr/>
        <a:lstStyle/>
        <a:p>
          <a:endParaRPr lang="en-US"/>
        </a:p>
      </dgm:t>
    </dgm:pt>
    <dgm:pt modelId="{D3293239-B03E-4700-9783-7E8BB57F66D0}">
      <dgm:prSet/>
      <dgm:spPr/>
      <dgm:t>
        <a:bodyPr/>
        <a:lstStyle/>
        <a:p>
          <a:pPr rtl="0"/>
          <a:r>
            <a:rPr lang="en-US" b="1" smtClean="0"/>
            <a:t>LLMChain</a:t>
          </a:r>
          <a:r>
            <a:rPr lang="en-US" smtClean="0"/>
            <a:t> with OpenAI / Groq</a:t>
          </a:r>
          <a:endParaRPr lang="en-US"/>
        </a:p>
      </dgm:t>
    </dgm:pt>
    <dgm:pt modelId="{7EEE0C92-4EDE-421B-8B7E-ABB71A3D41B2}" type="parTrans" cxnId="{943D56E5-E8BE-41A3-9599-2BB3954154ED}">
      <dgm:prSet/>
      <dgm:spPr/>
      <dgm:t>
        <a:bodyPr/>
        <a:lstStyle/>
        <a:p>
          <a:endParaRPr lang="en-US"/>
        </a:p>
      </dgm:t>
    </dgm:pt>
    <dgm:pt modelId="{78FDD9C2-F92A-487D-BFFE-FCD453E18EEF}" type="sibTrans" cxnId="{943D56E5-E8BE-41A3-9599-2BB3954154ED}">
      <dgm:prSet/>
      <dgm:spPr/>
      <dgm:t>
        <a:bodyPr/>
        <a:lstStyle/>
        <a:p>
          <a:endParaRPr lang="en-US"/>
        </a:p>
      </dgm:t>
    </dgm:pt>
    <dgm:pt modelId="{9DEBD73B-C305-42EA-8FBC-D93724763AC5}" type="pres">
      <dgm:prSet presAssocID="{A8736F7D-4D73-4A28-9555-1438B43C8E4B}" presName="Name0" presStyleCnt="0">
        <dgm:presLayoutVars>
          <dgm:dir/>
          <dgm:resizeHandles val="exact"/>
        </dgm:presLayoutVars>
      </dgm:prSet>
      <dgm:spPr/>
    </dgm:pt>
    <dgm:pt modelId="{478FD7B2-FE6C-4B22-8A36-E10E424E7D42}" type="pres">
      <dgm:prSet presAssocID="{A8736F7D-4D73-4A28-9555-1438B43C8E4B}" presName="cycle" presStyleCnt="0"/>
      <dgm:spPr/>
    </dgm:pt>
    <dgm:pt modelId="{12A0705D-EEB6-4B51-9CE4-0A41986EC25E}" type="pres">
      <dgm:prSet presAssocID="{C935663C-4C85-4078-BAA9-2035DA0E73CB}" presName="nodeFirstNode" presStyleLbl="node1" presStyleIdx="0" presStyleCnt="4">
        <dgm:presLayoutVars>
          <dgm:bulletEnabled val="1"/>
        </dgm:presLayoutVars>
      </dgm:prSet>
      <dgm:spPr/>
    </dgm:pt>
    <dgm:pt modelId="{8F909009-B9F0-40C6-BDF6-8B3A0BE3DFB5}" type="pres">
      <dgm:prSet presAssocID="{E19026F6-28A9-4919-B194-268CAE3EC948}" presName="sibTransFirstNode" presStyleLbl="bgShp" presStyleIdx="0" presStyleCnt="1"/>
      <dgm:spPr/>
    </dgm:pt>
    <dgm:pt modelId="{01B18F46-3695-4BE4-9A8D-12031E296D03}" type="pres">
      <dgm:prSet presAssocID="{2AF8D685-FBA6-4E90-A156-4F7DED084B19}" presName="nodeFollowingNodes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E8C324-8E82-46D5-9B33-99D81E508890}" type="pres">
      <dgm:prSet presAssocID="{6AC59F6A-9FA6-4E7F-B829-326C41F50A1B}" presName="nodeFollowingNodes" presStyleLbl="node1" presStyleIdx="2" presStyleCnt="4">
        <dgm:presLayoutVars>
          <dgm:bulletEnabled val="1"/>
        </dgm:presLayoutVars>
      </dgm:prSet>
      <dgm:spPr/>
    </dgm:pt>
    <dgm:pt modelId="{7EC2F129-BD50-4DDD-B076-AAA4B50725C7}" type="pres">
      <dgm:prSet presAssocID="{D3293239-B03E-4700-9783-7E8BB57F66D0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F9CA9798-D9A2-4E39-B542-0EA0D6A944C6}" srcId="{A8736F7D-4D73-4A28-9555-1438B43C8E4B}" destId="{2AF8D685-FBA6-4E90-A156-4F7DED084B19}" srcOrd="1" destOrd="0" parTransId="{8DB76D4A-5E3C-4816-9D67-8BFDFD8768DF}" sibTransId="{D31BFBFB-59D0-4181-AA4F-437361EDA0E6}"/>
    <dgm:cxn modelId="{7A9B1F74-5C73-4D12-ACC4-3F0B85020883}" type="presOf" srcId="{D3293239-B03E-4700-9783-7E8BB57F66D0}" destId="{7EC2F129-BD50-4DDD-B076-AAA4B50725C7}" srcOrd="0" destOrd="0" presId="urn:microsoft.com/office/officeart/2005/8/layout/cycle3"/>
    <dgm:cxn modelId="{ED678A3E-939D-42F9-B2B6-26053E20123E}" type="presOf" srcId="{2AF8D685-FBA6-4E90-A156-4F7DED084B19}" destId="{01B18F46-3695-4BE4-9A8D-12031E296D03}" srcOrd="0" destOrd="0" presId="urn:microsoft.com/office/officeart/2005/8/layout/cycle3"/>
    <dgm:cxn modelId="{5DA4ECAB-1200-4506-A2AE-5F5FD9AD6970}" srcId="{A8736F7D-4D73-4A28-9555-1438B43C8E4B}" destId="{6AC59F6A-9FA6-4E7F-B829-326C41F50A1B}" srcOrd="2" destOrd="0" parTransId="{8B79AF94-4301-4737-B85C-C88A4417BCBB}" sibTransId="{A6D86803-FB81-4F55-AE9A-45236BAC6EA1}"/>
    <dgm:cxn modelId="{943D56E5-E8BE-41A3-9599-2BB3954154ED}" srcId="{A8736F7D-4D73-4A28-9555-1438B43C8E4B}" destId="{D3293239-B03E-4700-9783-7E8BB57F66D0}" srcOrd="3" destOrd="0" parTransId="{7EEE0C92-4EDE-421B-8B7E-ABB71A3D41B2}" sibTransId="{78FDD9C2-F92A-487D-BFFE-FCD453E18EEF}"/>
    <dgm:cxn modelId="{8A033595-1719-4B79-9550-A40C13E9D088}" type="presOf" srcId="{E19026F6-28A9-4919-B194-268CAE3EC948}" destId="{8F909009-B9F0-40C6-BDF6-8B3A0BE3DFB5}" srcOrd="0" destOrd="0" presId="urn:microsoft.com/office/officeart/2005/8/layout/cycle3"/>
    <dgm:cxn modelId="{D76E04F2-E207-4597-9C47-146B72F96B85}" type="presOf" srcId="{A8736F7D-4D73-4A28-9555-1438B43C8E4B}" destId="{9DEBD73B-C305-42EA-8FBC-D93724763AC5}" srcOrd="0" destOrd="0" presId="urn:microsoft.com/office/officeart/2005/8/layout/cycle3"/>
    <dgm:cxn modelId="{D192FD81-AF9F-499A-B03D-C349A2CB8E95}" type="presOf" srcId="{C935663C-4C85-4078-BAA9-2035DA0E73CB}" destId="{12A0705D-EEB6-4B51-9CE4-0A41986EC25E}" srcOrd="0" destOrd="0" presId="urn:microsoft.com/office/officeart/2005/8/layout/cycle3"/>
    <dgm:cxn modelId="{2215AADE-3DDC-452C-A6BE-A2DE8625D26E}" type="presOf" srcId="{6AC59F6A-9FA6-4E7F-B829-326C41F50A1B}" destId="{17E8C324-8E82-46D5-9B33-99D81E508890}" srcOrd="0" destOrd="0" presId="urn:microsoft.com/office/officeart/2005/8/layout/cycle3"/>
    <dgm:cxn modelId="{63F8FBED-37E1-4CE6-9857-EAD4EDC1E28A}" srcId="{A8736F7D-4D73-4A28-9555-1438B43C8E4B}" destId="{C935663C-4C85-4078-BAA9-2035DA0E73CB}" srcOrd="0" destOrd="0" parTransId="{C18FC572-C0FE-4913-8C4E-8F254F526052}" sibTransId="{E19026F6-28A9-4919-B194-268CAE3EC948}"/>
    <dgm:cxn modelId="{E15A2283-CD34-4BA6-8294-CBAD4A7C1620}" type="presParOf" srcId="{9DEBD73B-C305-42EA-8FBC-D93724763AC5}" destId="{478FD7B2-FE6C-4B22-8A36-E10E424E7D42}" srcOrd="0" destOrd="0" presId="urn:microsoft.com/office/officeart/2005/8/layout/cycle3"/>
    <dgm:cxn modelId="{0D5E5008-B167-4FFD-8688-04C3C618753A}" type="presParOf" srcId="{478FD7B2-FE6C-4B22-8A36-E10E424E7D42}" destId="{12A0705D-EEB6-4B51-9CE4-0A41986EC25E}" srcOrd="0" destOrd="0" presId="urn:microsoft.com/office/officeart/2005/8/layout/cycle3"/>
    <dgm:cxn modelId="{15714B04-2CAC-41EA-9AF7-F1F50A838339}" type="presParOf" srcId="{478FD7B2-FE6C-4B22-8A36-E10E424E7D42}" destId="{8F909009-B9F0-40C6-BDF6-8B3A0BE3DFB5}" srcOrd="1" destOrd="0" presId="urn:microsoft.com/office/officeart/2005/8/layout/cycle3"/>
    <dgm:cxn modelId="{D655BE35-0B5F-45DF-AF52-CFAC6B07A40F}" type="presParOf" srcId="{478FD7B2-FE6C-4B22-8A36-E10E424E7D42}" destId="{01B18F46-3695-4BE4-9A8D-12031E296D03}" srcOrd="2" destOrd="0" presId="urn:microsoft.com/office/officeart/2005/8/layout/cycle3"/>
    <dgm:cxn modelId="{1541F6B8-7DC8-41D0-A4A1-F9A09256BA70}" type="presParOf" srcId="{478FD7B2-FE6C-4B22-8A36-E10E424E7D42}" destId="{17E8C324-8E82-46D5-9B33-99D81E508890}" srcOrd="3" destOrd="0" presId="urn:microsoft.com/office/officeart/2005/8/layout/cycle3"/>
    <dgm:cxn modelId="{DD6DB58C-F937-4CE9-8147-0F912F958059}" type="presParOf" srcId="{478FD7B2-FE6C-4B22-8A36-E10E424E7D42}" destId="{7EC2F129-BD50-4DDD-B076-AAA4B50725C7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5F10083-926B-4316-B914-F47A59D8EE7B}" type="doc">
      <dgm:prSet loTypeId="urn:microsoft.com/office/officeart/2005/8/layout/target3" loCatId="relationship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79D70EE-25A1-4F6A-A0A4-18B0BCA23C02}">
      <dgm:prSet/>
      <dgm:spPr/>
      <dgm:t>
        <a:bodyPr/>
        <a:lstStyle/>
        <a:p>
          <a:pPr rtl="0"/>
          <a:r>
            <a:rPr lang="en-US" b="1" smtClean="0"/>
            <a:t>📝 Content</a:t>
          </a:r>
          <a:endParaRPr lang="en-US"/>
        </a:p>
      </dgm:t>
    </dgm:pt>
    <dgm:pt modelId="{93B8A22D-0E6A-4315-AB12-77975DD25CC4}" type="parTrans" cxnId="{8AC6150A-DFCD-4E46-A85A-BBEAE5EC3211}">
      <dgm:prSet/>
      <dgm:spPr/>
      <dgm:t>
        <a:bodyPr/>
        <a:lstStyle/>
        <a:p>
          <a:endParaRPr lang="en-US"/>
        </a:p>
      </dgm:t>
    </dgm:pt>
    <dgm:pt modelId="{BBA3F7B8-A150-482F-A77A-2F1D7A7701EC}" type="sibTrans" cxnId="{8AC6150A-DFCD-4E46-A85A-BBEAE5EC3211}">
      <dgm:prSet/>
      <dgm:spPr/>
      <dgm:t>
        <a:bodyPr/>
        <a:lstStyle/>
        <a:p>
          <a:endParaRPr lang="en-US"/>
        </a:p>
      </dgm:t>
    </dgm:pt>
    <dgm:pt modelId="{6598DCCE-E7AD-407D-894F-DC904C053F69}">
      <dgm:prSet/>
      <dgm:spPr/>
      <dgm:t>
        <a:bodyPr/>
        <a:lstStyle/>
        <a:p>
          <a:pPr rtl="0"/>
          <a:r>
            <a:rPr lang="en-US" smtClean="0"/>
            <a:t>Created </a:t>
          </a:r>
          <a:r>
            <a:rPr lang="en-US" b="1" smtClean="0"/>
            <a:t>Streamlit app.py</a:t>
          </a:r>
          <a:endParaRPr lang="en-US"/>
        </a:p>
      </dgm:t>
    </dgm:pt>
    <dgm:pt modelId="{4006F5A0-BA65-43AE-8801-5FD6029EB61F}" type="parTrans" cxnId="{D645A21A-21C9-43B3-90F2-619717B790F9}">
      <dgm:prSet/>
      <dgm:spPr/>
      <dgm:t>
        <a:bodyPr/>
        <a:lstStyle/>
        <a:p>
          <a:endParaRPr lang="en-US"/>
        </a:p>
      </dgm:t>
    </dgm:pt>
    <dgm:pt modelId="{0309196A-2E25-49FA-8025-4FAE204BBD79}" type="sibTrans" cxnId="{D645A21A-21C9-43B3-90F2-619717B790F9}">
      <dgm:prSet/>
      <dgm:spPr/>
      <dgm:t>
        <a:bodyPr/>
        <a:lstStyle/>
        <a:p>
          <a:endParaRPr lang="en-US"/>
        </a:p>
      </dgm:t>
    </dgm:pt>
    <dgm:pt modelId="{22FCA239-C6F1-4114-8CCA-20BAE32B37C2}">
      <dgm:prSet/>
      <dgm:spPr/>
      <dgm:t>
        <a:bodyPr/>
        <a:lstStyle/>
        <a:p>
          <a:pPr rtl="0"/>
          <a:r>
            <a:rPr lang="en-US" smtClean="0"/>
            <a:t>Workflow: </a:t>
          </a:r>
          <a:r>
            <a:rPr lang="en-US" b="1" smtClean="0"/>
            <a:t>Query → Summary</a:t>
          </a:r>
          <a:endParaRPr lang="en-US"/>
        </a:p>
      </dgm:t>
    </dgm:pt>
    <dgm:pt modelId="{99D9AEA9-BC42-4A22-9AC0-ABFB7263B08A}" type="parTrans" cxnId="{88EC000F-16C8-4735-8F34-85045CB19926}">
      <dgm:prSet/>
      <dgm:spPr/>
      <dgm:t>
        <a:bodyPr/>
        <a:lstStyle/>
        <a:p>
          <a:endParaRPr lang="en-US"/>
        </a:p>
      </dgm:t>
    </dgm:pt>
    <dgm:pt modelId="{44DA67BC-28B1-43FB-8C13-9BACF2848B24}" type="sibTrans" cxnId="{88EC000F-16C8-4735-8F34-85045CB19926}">
      <dgm:prSet/>
      <dgm:spPr/>
      <dgm:t>
        <a:bodyPr/>
        <a:lstStyle/>
        <a:p>
          <a:endParaRPr lang="en-US"/>
        </a:p>
      </dgm:t>
    </dgm:pt>
    <dgm:pt modelId="{4CCAFC60-733B-4C44-BC85-2578214C4648}">
      <dgm:prSet/>
      <dgm:spPr/>
      <dgm:t>
        <a:bodyPr/>
        <a:lstStyle/>
        <a:p>
          <a:pPr rtl="0"/>
          <a:r>
            <a:rPr lang="en-US" smtClean="0"/>
            <a:t>Run with: streamlit run app.py</a:t>
          </a:r>
          <a:endParaRPr lang="en-US"/>
        </a:p>
      </dgm:t>
    </dgm:pt>
    <dgm:pt modelId="{9C43F573-CA82-4C9F-AA1D-2107008AC8E1}" type="parTrans" cxnId="{643365F8-9F6E-42B8-88AD-D644B407BBAA}">
      <dgm:prSet/>
      <dgm:spPr/>
      <dgm:t>
        <a:bodyPr/>
        <a:lstStyle/>
        <a:p>
          <a:endParaRPr lang="en-US"/>
        </a:p>
      </dgm:t>
    </dgm:pt>
    <dgm:pt modelId="{E31645CB-FC71-4293-B2D2-9BBC634EB356}" type="sibTrans" cxnId="{643365F8-9F6E-42B8-88AD-D644B407BBAA}">
      <dgm:prSet/>
      <dgm:spPr/>
      <dgm:t>
        <a:bodyPr/>
        <a:lstStyle/>
        <a:p>
          <a:endParaRPr lang="en-US"/>
        </a:p>
      </dgm:t>
    </dgm:pt>
    <dgm:pt modelId="{685CCD29-7107-4A5D-A9FE-2A39F412B90A}" type="pres">
      <dgm:prSet presAssocID="{45F10083-926B-4316-B914-F47A59D8EE7B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28D2E08-DCDE-4BE8-B1F4-D1E21194ADCE}" type="pres">
      <dgm:prSet presAssocID="{879D70EE-25A1-4F6A-A0A4-18B0BCA23C02}" presName="circle1" presStyleLbl="node1" presStyleIdx="0" presStyleCnt="4"/>
      <dgm:spPr/>
    </dgm:pt>
    <dgm:pt modelId="{59D46807-41C2-4D9F-A033-310D30304404}" type="pres">
      <dgm:prSet presAssocID="{879D70EE-25A1-4F6A-A0A4-18B0BCA23C02}" presName="space" presStyleCnt="0"/>
      <dgm:spPr/>
    </dgm:pt>
    <dgm:pt modelId="{A86DF22D-C538-4F3F-B3E9-66CFAFC0AE44}" type="pres">
      <dgm:prSet presAssocID="{879D70EE-25A1-4F6A-A0A4-18B0BCA23C02}" presName="rect1" presStyleLbl="alignAcc1" presStyleIdx="0" presStyleCnt="4"/>
      <dgm:spPr/>
    </dgm:pt>
    <dgm:pt modelId="{411EE07D-3E3B-49B7-B8F9-B00121877328}" type="pres">
      <dgm:prSet presAssocID="{6598DCCE-E7AD-407D-894F-DC904C053F69}" presName="vertSpace2" presStyleLbl="node1" presStyleIdx="0" presStyleCnt="4"/>
      <dgm:spPr/>
    </dgm:pt>
    <dgm:pt modelId="{1550FDDB-3F99-49BD-B5AE-0FA1D4223D84}" type="pres">
      <dgm:prSet presAssocID="{6598DCCE-E7AD-407D-894F-DC904C053F69}" presName="circle2" presStyleLbl="node1" presStyleIdx="1" presStyleCnt="4"/>
      <dgm:spPr/>
    </dgm:pt>
    <dgm:pt modelId="{3B149F5A-572E-4BB9-8292-CF7B16074981}" type="pres">
      <dgm:prSet presAssocID="{6598DCCE-E7AD-407D-894F-DC904C053F69}" presName="rect2" presStyleLbl="alignAcc1" presStyleIdx="1" presStyleCnt="4"/>
      <dgm:spPr/>
    </dgm:pt>
    <dgm:pt modelId="{AB9B1C3F-D600-47E3-A89F-2FCCF05D510B}" type="pres">
      <dgm:prSet presAssocID="{22FCA239-C6F1-4114-8CCA-20BAE32B37C2}" presName="vertSpace3" presStyleLbl="node1" presStyleIdx="1" presStyleCnt="4"/>
      <dgm:spPr/>
    </dgm:pt>
    <dgm:pt modelId="{4E93B97B-8F3C-4B60-99D9-2CCA6C7D55AC}" type="pres">
      <dgm:prSet presAssocID="{22FCA239-C6F1-4114-8CCA-20BAE32B37C2}" presName="circle3" presStyleLbl="node1" presStyleIdx="2" presStyleCnt="4"/>
      <dgm:spPr/>
    </dgm:pt>
    <dgm:pt modelId="{614893D3-A35B-462A-AB53-CE6736E0A31B}" type="pres">
      <dgm:prSet presAssocID="{22FCA239-C6F1-4114-8CCA-20BAE32B37C2}" presName="rect3" presStyleLbl="alignAcc1" presStyleIdx="2" presStyleCnt="4"/>
      <dgm:spPr/>
    </dgm:pt>
    <dgm:pt modelId="{CC226EC5-32BC-482D-BE51-9E31A7290AA3}" type="pres">
      <dgm:prSet presAssocID="{4CCAFC60-733B-4C44-BC85-2578214C4648}" presName="vertSpace4" presStyleLbl="node1" presStyleIdx="2" presStyleCnt="4"/>
      <dgm:spPr/>
    </dgm:pt>
    <dgm:pt modelId="{DA5670F3-DB0A-4BAE-BAB5-07560BF049C4}" type="pres">
      <dgm:prSet presAssocID="{4CCAFC60-733B-4C44-BC85-2578214C4648}" presName="circle4" presStyleLbl="node1" presStyleIdx="3" presStyleCnt="4"/>
      <dgm:spPr/>
    </dgm:pt>
    <dgm:pt modelId="{2738D80C-157F-4227-BE37-EBFCA58B620F}" type="pres">
      <dgm:prSet presAssocID="{4CCAFC60-733B-4C44-BC85-2578214C4648}" presName="rect4" presStyleLbl="alignAcc1" presStyleIdx="3" presStyleCnt="4"/>
      <dgm:spPr/>
    </dgm:pt>
    <dgm:pt modelId="{BB3315A9-0439-45E1-B05D-875A02C8F500}" type="pres">
      <dgm:prSet presAssocID="{879D70EE-25A1-4F6A-A0A4-18B0BCA23C02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639F646C-6881-47E7-905B-A0F5208B12BC}" type="pres">
      <dgm:prSet presAssocID="{6598DCCE-E7AD-407D-894F-DC904C053F69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1F82E07B-A4BF-49EA-A489-492A27842B3C}" type="pres">
      <dgm:prSet presAssocID="{22FCA239-C6F1-4114-8CCA-20BAE32B37C2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85F44D22-4D6E-42CE-816E-B34E781DA8D1}" type="pres">
      <dgm:prSet presAssocID="{4CCAFC60-733B-4C44-BC85-2578214C4648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8AC6150A-DFCD-4E46-A85A-BBEAE5EC3211}" srcId="{45F10083-926B-4316-B914-F47A59D8EE7B}" destId="{879D70EE-25A1-4F6A-A0A4-18B0BCA23C02}" srcOrd="0" destOrd="0" parTransId="{93B8A22D-0E6A-4315-AB12-77975DD25CC4}" sibTransId="{BBA3F7B8-A150-482F-A77A-2F1D7A7701EC}"/>
    <dgm:cxn modelId="{88EC000F-16C8-4735-8F34-85045CB19926}" srcId="{45F10083-926B-4316-B914-F47A59D8EE7B}" destId="{22FCA239-C6F1-4114-8CCA-20BAE32B37C2}" srcOrd="2" destOrd="0" parTransId="{99D9AEA9-BC42-4A22-9AC0-ABFB7263B08A}" sibTransId="{44DA67BC-28B1-43FB-8C13-9BACF2848B24}"/>
    <dgm:cxn modelId="{643365F8-9F6E-42B8-88AD-D644B407BBAA}" srcId="{45F10083-926B-4316-B914-F47A59D8EE7B}" destId="{4CCAFC60-733B-4C44-BC85-2578214C4648}" srcOrd="3" destOrd="0" parTransId="{9C43F573-CA82-4C9F-AA1D-2107008AC8E1}" sibTransId="{E31645CB-FC71-4293-B2D2-9BBC634EB356}"/>
    <dgm:cxn modelId="{77235C6A-3C7C-4B3B-9B33-67A695F30FE1}" type="presOf" srcId="{879D70EE-25A1-4F6A-A0A4-18B0BCA23C02}" destId="{A86DF22D-C538-4F3F-B3E9-66CFAFC0AE44}" srcOrd="0" destOrd="0" presId="urn:microsoft.com/office/officeart/2005/8/layout/target3"/>
    <dgm:cxn modelId="{2B0BE3A7-9B87-4549-A96B-402B9145B138}" type="presOf" srcId="{22FCA239-C6F1-4114-8CCA-20BAE32B37C2}" destId="{1F82E07B-A4BF-49EA-A489-492A27842B3C}" srcOrd="1" destOrd="0" presId="urn:microsoft.com/office/officeart/2005/8/layout/target3"/>
    <dgm:cxn modelId="{899E8F7D-D627-4087-B693-25D858EE0EE0}" type="presOf" srcId="{6598DCCE-E7AD-407D-894F-DC904C053F69}" destId="{3B149F5A-572E-4BB9-8292-CF7B16074981}" srcOrd="0" destOrd="0" presId="urn:microsoft.com/office/officeart/2005/8/layout/target3"/>
    <dgm:cxn modelId="{86302F5B-B082-49D4-97E6-28D2F2E64091}" type="presOf" srcId="{6598DCCE-E7AD-407D-894F-DC904C053F69}" destId="{639F646C-6881-47E7-905B-A0F5208B12BC}" srcOrd="1" destOrd="0" presId="urn:microsoft.com/office/officeart/2005/8/layout/target3"/>
    <dgm:cxn modelId="{B130FDA2-E8B2-4A5B-9C17-76263F8579B0}" type="presOf" srcId="{22FCA239-C6F1-4114-8CCA-20BAE32B37C2}" destId="{614893D3-A35B-462A-AB53-CE6736E0A31B}" srcOrd="0" destOrd="0" presId="urn:microsoft.com/office/officeart/2005/8/layout/target3"/>
    <dgm:cxn modelId="{E9ACABD0-1FD9-4B5E-820F-484EC2E41445}" type="presOf" srcId="{879D70EE-25A1-4F6A-A0A4-18B0BCA23C02}" destId="{BB3315A9-0439-45E1-B05D-875A02C8F500}" srcOrd="1" destOrd="0" presId="urn:microsoft.com/office/officeart/2005/8/layout/target3"/>
    <dgm:cxn modelId="{7F3EBF39-F8EB-4E03-951C-9FE244E0F1ED}" type="presOf" srcId="{4CCAFC60-733B-4C44-BC85-2578214C4648}" destId="{2738D80C-157F-4227-BE37-EBFCA58B620F}" srcOrd="0" destOrd="0" presId="urn:microsoft.com/office/officeart/2005/8/layout/target3"/>
    <dgm:cxn modelId="{70D80A25-09E4-4DF0-96AD-FFC34AD0F542}" type="presOf" srcId="{4CCAFC60-733B-4C44-BC85-2578214C4648}" destId="{85F44D22-4D6E-42CE-816E-B34E781DA8D1}" srcOrd="1" destOrd="0" presId="urn:microsoft.com/office/officeart/2005/8/layout/target3"/>
    <dgm:cxn modelId="{D645A21A-21C9-43B3-90F2-619717B790F9}" srcId="{45F10083-926B-4316-B914-F47A59D8EE7B}" destId="{6598DCCE-E7AD-407D-894F-DC904C053F69}" srcOrd="1" destOrd="0" parTransId="{4006F5A0-BA65-43AE-8801-5FD6029EB61F}" sibTransId="{0309196A-2E25-49FA-8025-4FAE204BBD79}"/>
    <dgm:cxn modelId="{FC469485-85BD-46A5-A9E6-FD0DD40EDC4F}" type="presOf" srcId="{45F10083-926B-4316-B914-F47A59D8EE7B}" destId="{685CCD29-7107-4A5D-A9FE-2A39F412B90A}" srcOrd="0" destOrd="0" presId="urn:microsoft.com/office/officeart/2005/8/layout/target3"/>
    <dgm:cxn modelId="{FC079CC9-BC4B-485C-9EEB-36A4E0D7E338}" type="presParOf" srcId="{685CCD29-7107-4A5D-A9FE-2A39F412B90A}" destId="{128D2E08-DCDE-4BE8-B1F4-D1E21194ADCE}" srcOrd="0" destOrd="0" presId="urn:microsoft.com/office/officeart/2005/8/layout/target3"/>
    <dgm:cxn modelId="{A87E245B-1914-4B19-925C-DA03827B7782}" type="presParOf" srcId="{685CCD29-7107-4A5D-A9FE-2A39F412B90A}" destId="{59D46807-41C2-4D9F-A033-310D30304404}" srcOrd="1" destOrd="0" presId="urn:microsoft.com/office/officeart/2005/8/layout/target3"/>
    <dgm:cxn modelId="{2248438E-2447-4248-BA18-E57248814224}" type="presParOf" srcId="{685CCD29-7107-4A5D-A9FE-2A39F412B90A}" destId="{A86DF22D-C538-4F3F-B3E9-66CFAFC0AE44}" srcOrd="2" destOrd="0" presId="urn:microsoft.com/office/officeart/2005/8/layout/target3"/>
    <dgm:cxn modelId="{34347B1F-6137-4813-A884-97832B5C7481}" type="presParOf" srcId="{685CCD29-7107-4A5D-A9FE-2A39F412B90A}" destId="{411EE07D-3E3B-49B7-B8F9-B00121877328}" srcOrd="3" destOrd="0" presId="urn:microsoft.com/office/officeart/2005/8/layout/target3"/>
    <dgm:cxn modelId="{C66EBC6C-FF0D-4399-93B8-994F8C8C093D}" type="presParOf" srcId="{685CCD29-7107-4A5D-A9FE-2A39F412B90A}" destId="{1550FDDB-3F99-49BD-B5AE-0FA1D4223D84}" srcOrd="4" destOrd="0" presId="urn:microsoft.com/office/officeart/2005/8/layout/target3"/>
    <dgm:cxn modelId="{D0574876-D0A8-43BE-8BA3-1D7F7B75A872}" type="presParOf" srcId="{685CCD29-7107-4A5D-A9FE-2A39F412B90A}" destId="{3B149F5A-572E-4BB9-8292-CF7B16074981}" srcOrd="5" destOrd="0" presId="urn:microsoft.com/office/officeart/2005/8/layout/target3"/>
    <dgm:cxn modelId="{CBFFE4FE-6A10-4726-9558-154A1E298243}" type="presParOf" srcId="{685CCD29-7107-4A5D-A9FE-2A39F412B90A}" destId="{AB9B1C3F-D600-47E3-A89F-2FCCF05D510B}" srcOrd="6" destOrd="0" presId="urn:microsoft.com/office/officeart/2005/8/layout/target3"/>
    <dgm:cxn modelId="{2B2F9C29-9DED-41A5-9AB4-C76E229E8C3A}" type="presParOf" srcId="{685CCD29-7107-4A5D-A9FE-2A39F412B90A}" destId="{4E93B97B-8F3C-4B60-99D9-2CCA6C7D55AC}" srcOrd="7" destOrd="0" presId="urn:microsoft.com/office/officeart/2005/8/layout/target3"/>
    <dgm:cxn modelId="{2DA54A6B-534D-4984-9294-B7796F5CB7D0}" type="presParOf" srcId="{685CCD29-7107-4A5D-A9FE-2A39F412B90A}" destId="{614893D3-A35B-462A-AB53-CE6736E0A31B}" srcOrd="8" destOrd="0" presId="urn:microsoft.com/office/officeart/2005/8/layout/target3"/>
    <dgm:cxn modelId="{8CCC6FAE-5688-4BF7-99CA-5AAE1FEA0452}" type="presParOf" srcId="{685CCD29-7107-4A5D-A9FE-2A39F412B90A}" destId="{CC226EC5-32BC-482D-BE51-9E31A7290AA3}" srcOrd="9" destOrd="0" presId="urn:microsoft.com/office/officeart/2005/8/layout/target3"/>
    <dgm:cxn modelId="{30A12FC6-3FB1-4C7D-8259-61192FECAAC6}" type="presParOf" srcId="{685CCD29-7107-4A5D-A9FE-2A39F412B90A}" destId="{DA5670F3-DB0A-4BAE-BAB5-07560BF049C4}" srcOrd="10" destOrd="0" presId="urn:microsoft.com/office/officeart/2005/8/layout/target3"/>
    <dgm:cxn modelId="{53CD9C87-BCDE-41CB-B348-42F973113039}" type="presParOf" srcId="{685CCD29-7107-4A5D-A9FE-2A39F412B90A}" destId="{2738D80C-157F-4227-BE37-EBFCA58B620F}" srcOrd="11" destOrd="0" presId="urn:microsoft.com/office/officeart/2005/8/layout/target3"/>
    <dgm:cxn modelId="{1800D45D-2DEE-4611-A64F-4837515E13CC}" type="presParOf" srcId="{685CCD29-7107-4A5D-A9FE-2A39F412B90A}" destId="{BB3315A9-0439-45E1-B05D-875A02C8F500}" srcOrd="12" destOrd="0" presId="urn:microsoft.com/office/officeart/2005/8/layout/target3"/>
    <dgm:cxn modelId="{74763BAE-8C4E-4007-97DE-8345A41B64E3}" type="presParOf" srcId="{685CCD29-7107-4A5D-A9FE-2A39F412B90A}" destId="{639F646C-6881-47E7-905B-A0F5208B12BC}" srcOrd="13" destOrd="0" presId="urn:microsoft.com/office/officeart/2005/8/layout/target3"/>
    <dgm:cxn modelId="{27ABE39D-EEE6-4E08-93A0-A1C6440EFA56}" type="presParOf" srcId="{685CCD29-7107-4A5D-A9FE-2A39F412B90A}" destId="{1F82E07B-A4BF-49EA-A489-492A27842B3C}" srcOrd="14" destOrd="0" presId="urn:microsoft.com/office/officeart/2005/8/layout/target3"/>
    <dgm:cxn modelId="{F82629DD-87F1-4C4D-AE04-F721133E6BB6}" type="presParOf" srcId="{685CCD29-7107-4A5D-A9FE-2A39F412B90A}" destId="{85F44D22-4D6E-42CE-816E-B34E781DA8D1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8663460-8616-4CB2-ADAC-F51FB7491E83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A9191B8-DA9B-49BA-A95C-F4CF1DE1F869}">
      <dgm:prSet/>
      <dgm:spPr/>
      <dgm:t>
        <a:bodyPr/>
        <a:lstStyle/>
        <a:p>
          <a:pPr rtl="0"/>
          <a:r>
            <a:rPr lang="en-US" b="1" smtClean="0"/>
            <a:t>📝 Content</a:t>
          </a:r>
          <a:endParaRPr lang="en-US"/>
        </a:p>
      </dgm:t>
    </dgm:pt>
    <dgm:pt modelId="{87560183-9417-4362-86A1-4F987884D049}" type="parTrans" cxnId="{9F11355F-306B-4764-98E8-4DE3D086F723}">
      <dgm:prSet/>
      <dgm:spPr/>
      <dgm:t>
        <a:bodyPr/>
        <a:lstStyle/>
        <a:p>
          <a:endParaRPr lang="en-US"/>
        </a:p>
      </dgm:t>
    </dgm:pt>
    <dgm:pt modelId="{406BFAA9-0BEE-41BE-8667-755B7BF3432F}" type="sibTrans" cxnId="{9F11355F-306B-4764-98E8-4DE3D086F723}">
      <dgm:prSet/>
      <dgm:spPr/>
      <dgm:t>
        <a:bodyPr/>
        <a:lstStyle/>
        <a:p>
          <a:endParaRPr lang="en-US"/>
        </a:p>
      </dgm:t>
    </dgm:pt>
    <dgm:pt modelId="{747907C0-7D94-4DB1-B538-05D8FD81A15A}">
      <dgm:prSet/>
      <dgm:spPr/>
      <dgm:t>
        <a:bodyPr/>
        <a:lstStyle/>
        <a:p>
          <a:pPr rtl="0"/>
          <a:r>
            <a:rPr lang="en-US" smtClean="0"/>
            <a:t>Connected to </a:t>
          </a:r>
          <a:r>
            <a:rPr lang="en-US" b="1" smtClean="0"/>
            <a:t>NewsAPI</a:t>
          </a:r>
          <a:endParaRPr lang="en-US"/>
        </a:p>
      </dgm:t>
    </dgm:pt>
    <dgm:pt modelId="{CE67C9A2-576B-4645-9DE5-8419FF894D1B}" type="parTrans" cxnId="{2C0E607E-FCE0-4F7C-9904-0DD1903586E8}">
      <dgm:prSet/>
      <dgm:spPr/>
      <dgm:t>
        <a:bodyPr/>
        <a:lstStyle/>
        <a:p>
          <a:endParaRPr lang="en-US"/>
        </a:p>
      </dgm:t>
    </dgm:pt>
    <dgm:pt modelId="{ED623B86-5F14-44C0-95BB-CAD39234D118}" type="sibTrans" cxnId="{2C0E607E-FCE0-4F7C-9904-0DD1903586E8}">
      <dgm:prSet/>
      <dgm:spPr/>
      <dgm:t>
        <a:bodyPr/>
        <a:lstStyle/>
        <a:p>
          <a:endParaRPr lang="en-US"/>
        </a:p>
      </dgm:t>
    </dgm:pt>
    <dgm:pt modelId="{A53592A2-EC45-4F2B-9179-1B1B76FD85AA}">
      <dgm:prSet/>
      <dgm:spPr/>
      <dgm:t>
        <a:bodyPr/>
        <a:lstStyle/>
        <a:p>
          <a:pPr rtl="0"/>
          <a:r>
            <a:rPr lang="en-US" smtClean="0"/>
            <a:t>Functions implemented:</a:t>
          </a:r>
          <a:endParaRPr lang="en-US"/>
        </a:p>
      </dgm:t>
    </dgm:pt>
    <dgm:pt modelId="{9308E8EA-3B36-4111-8462-3690EB712D8E}" type="parTrans" cxnId="{1C5D654E-E3FB-4981-9C7B-BF1A96F295F5}">
      <dgm:prSet/>
      <dgm:spPr/>
      <dgm:t>
        <a:bodyPr/>
        <a:lstStyle/>
        <a:p>
          <a:endParaRPr lang="en-US"/>
        </a:p>
      </dgm:t>
    </dgm:pt>
    <dgm:pt modelId="{70F41833-A235-4C4B-BEA6-4A607487D54D}" type="sibTrans" cxnId="{1C5D654E-E3FB-4981-9C7B-BF1A96F295F5}">
      <dgm:prSet/>
      <dgm:spPr/>
      <dgm:t>
        <a:bodyPr/>
        <a:lstStyle/>
        <a:p>
          <a:endParaRPr lang="en-US"/>
        </a:p>
      </dgm:t>
    </dgm:pt>
    <dgm:pt modelId="{41ECB2B6-9973-45C3-83AB-BDF49FD03716}">
      <dgm:prSet/>
      <dgm:spPr/>
      <dgm:t>
        <a:bodyPr/>
        <a:lstStyle/>
        <a:p>
          <a:pPr rtl="0"/>
          <a:r>
            <a:rPr lang="en-US" smtClean="0"/>
            <a:t>Fetch articles</a:t>
          </a:r>
          <a:endParaRPr lang="en-US"/>
        </a:p>
      </dgm:t>
    </dgm:pt>
    <dgm:pt modelId="{6DD0B85E-E6A0-488B-AF3C-2529C0534D25}" type="parTrans" cxnId="{C7FF86AF-F068-4081-9765-9209563536CA}">
      <dgm:prSet/>
      <dgm:spPr/>
      <dgm:t>
        <a:bodyPr/>
        <a:lstStyle/>
        <a:p>
          <a:endParaRPr lang="en-US"/>
        </a:p>
      </dgm:t>
    </dgm:pt>
    <dgm:pt modelId="{E3297AFE-B55A-4CC1-9339-659165C8C22D}" type="sibTrans" cxnId="{C7FF86AF-F068-4081-9765-9209563536CA}">
      <dgm:prSet/>
      <dgm:spPr/>
      <dgm:t>
        <a:bodyPr/>
        <a:lstStyle/>
        <a:p>
          <a:endParaRPr lang="en-US"/>
        </a:p>
      </dgm:t>
    </dgm:pt>
    <dgm:pt modelId="{F3924DB0-A6D1-4EC2-BB0D-56038B388594}">
      <dgm:prSet/>
      <dgm:spPr/>
      <dgm:t>
        <a:bodyPr/>
        <a:lstStyle/>
        <a:p>
          <a:pPr rtl="0"/>
          <a:r>
            <a:rPr lang="en-US" smtClean="0"/>
            <a:t>Extract descriptions</a:t>
          </a:r>
          <a:endParaRPr lang="en-US"/>
        </a:p>
      </dgm:t>
    </dgm:pt>
    <dgm:pt modelId="{0E264CC2-EFE9-45AD-BAB9-398A212BCCE9}" type="parTrans" cxnId="{D2256C38-3CE5-4AE1-85DC-03F71AD45CDD}">
      <dgm:prSet/>
      <dgm:spPr/>
      <dgm:t>
        <a:bodyPr/>
        <a:lstStyle/>
        <a:p>
          <a:endParaRPr lang="en-US"/>
        </a:p>
      </dgm:t>
    </dgm:pt>
    <dgm:pt modelId="{A2CA373B-BAEB-4285-8D11-10E725E12A6C}" type="sibTrans" cxnId="{D2256C38-3CE5-4AE1-85DC-03F71AD45CDD}">
      <dgm:prSet/>
      <dgm:spPr/>
      <dgm:t>
        <a:bodyPr/>
        <a:lstStyle/>
        <a:p>
          <a:endParaRPr lang="en-US"/>
        </a:p>
      </dgm:t>
    </dgm:pt>
    <dgm:pt modelId="{9D81F975-1226-4012-A541-7DFB1DF6D1D2}">
      <dgm:prSet/>
      <dgm:spPr/>
      <dgm:t>
        <a:bodyPr/>
        <a:lstStyle/>
        <a:p>
          <a:pPr rtl="0"/>
          <a:r>
            <a:rPr lang="en-US" smtClean="0"/>
            <a:t>Combine summaries</a:t>
          </a:r>
          <a:endParaRPr lang="en-US"/>
        </a:p>
      </dgm:t>
    </dgm:pt>
    <dgm:pt modelId="{21CBE6F7-6703-44DA-8681-B19B7E4B0B55}" type="parTrans" cxnId="{E13D06C9-AAF7-46EF-B365-9236FCA92A48}">
      <dgm:prSet/>
      <dgm:spPr/>
      <dgm:t>
        <a:bodyPr/>
        <a:lstStyle/>
        <a:p>
          <a:endParaRPr lang="en-US"/>
        </a:p>
      </dgm:t>
    </dgm:pt>
    <dgm:pt modelId="{F65A7DF6-8F4E-4A1B-8DF0-99B8A3B7D374}" type="sibTrans" cxnId="{E13D06C9-AAF7-46EF-B365-9236FCA92A48}">
      <dgm:prSet/>
      <dgm:spPr/>
      <dgm:t>
        <a:bodyPr/>
        <a:lstStyle/>
        <a:p>
          <a:endParaRPr lang="en-US"/>
        </a:p>
      </dgm:t>
    </dgm:pt>
    <dgm:pt modelId="{2AFDFC6D-3A70-4EF6-8852-CADF4BE98A17}" type="pres">
      <dgm:prSet presAssocID="{F8663460-8616-4CB2-ADAC-F51FB7491E8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AA09093B-B06E-45FF-9C41-AEB1A26946D2}" type="pres">
      <dgm:prSet presAssocID="{F8663460-8616-4CB2-ADAC-F51FB7491E83}" presName="outerBox" presStyleCnt="0"/>
      <dgm:spPr/>
    </dgm:pt>
    <dgm:pt modelId="{AB5B0526-B9DD-462B-91F8-15CA4F655B63}" type="pres">
      <dgm:prSet presAssocID="{F8663460-8616-4CB2-ADAC-F51FB7491E83}" presName="outerBoxParent" presStyleLbl="node1" presStyleIdx="0" presStyleCnt="3"/>
      <dgm:spPr/>
    </dgm:pt>
    <dgm:pt modelId="{9CF4F241-3B5E-4E93-99B3-36004757ED89}" type="pres">
      <dgm:prSet presAssocID="{F8663460-8616-4CB2-ADAC-F51FB7491E83}" presName="outerBoxChildren" presStyleCnt="0"/>
      <dgm:spPr/>
    </dgm:pt>
    <dgm:pt modelId="{04D205F2-8E02-4981-9506-5FA7C3B85B48}" type="pres">
      <dgm:prSet presAssocID="{F8663460-8616-4CB2-ADAC-F51FB7491E83}" presName="middleBox" presStyleCnt="0"/>
      <dgm:spPr/>
    </dgm:pt>
    <dgm:pt modelId="{E71CA19B-3AF6-4FED-A607-B22B105162AC}" type="pres">
      <dgm:prSet presAssocID="{F8663460-8616-4CB2-ADAC-F51FB7491E83}" presName="middleBoxParent" presStyleLbl="node1" presStyleIdx="1" presStyleCnt="3"/>
      <dgm:spPr/>
    </dgm:pt>
    <dgm:pt modelId="{D0B57792-2C35-4C55-B6F4-7BC475BFE73C}" type="pres">
      <dgm:prSet presAssocID="{F8663460-8616-4CB2-ADAC-F51FB7491E83}" presName="middleBoxChildren" presStyleCnt="0"/>
      <dgm:spPr/>
    </dgm:pt>
    <dgm:pt modelId="{F95CA46F-E8D0-42D8-B637-A31A8EC8D0C4}" type="pres">
      <dgm:prSet presAssocID="{F8663460-8616-4CB2-ADAC-F51FB7491E83}" presName="centerBox" presStyleCnt="0"/>
      <dgm:spPr/>
    </dgm:pt>
    <dgm:pt modelId="{6FFB9EF9-43AF-4D3A-BD53-1675D77E736B}" type="pres">
      <dgm:prSet presAssocID="{F8663460-8616-4CB2-ADAC-F51FB7491E83}" presName="centerBoxParent" presStyleLbl="node1" presStyleIdx="2" presStyleCnt="3"/>
      <dgm:spPr/>
    </dgm:pt>
    <dgm:pt modelId="{44659265-2F79-4F71-B2CE-1BE245866D22}" type="pres">
      <dgm:prSet presAssocID="{F8663460-8616-4CB2-ADAC-F51FB7491E83}" presName="centerBoxChildren" presStyleCnt="0"/>
      <dgm:spPr/>
    </dgm:pt>
    <dgm:pt modelId="{6D65AB67-97A2-499C-B613-52EE52AE6A17}" type="pres">
      <dgm:prSet presAssocID="{41ECB2B6-9973-45C3-83AB-BDF49FD03716}" presName="cChild" presStyleLbl="fgAcc1" presStyleIdx="0" presStyleCnt="3">
        <dgm:presLayoutVars>
          <dgm:bulletEnabled val="1"/>
        </dgm:presLayoutVars>
      </dgm:prSet>
      <dgm:spPr/>
    </dgm:pt>
    <dgm:pt modelId="{6AAE1DF0-DB7C-4CDC-820D-F5E3EF2CC636}" type="pres">
      <dgm:prSet presAssocID="{E3297AFE-B55A-4CC1-9339-659165C8C22D}" presName="centerSibTrans" presStyleCnt="0"/>
      <dgm:spPr/>
    </dgm:pt>
    <dgm:pt modelId="{4F7BC9BB-11FC-4484-9CE5-41B6E91F8EC3}" type="pres">
      <dgm:prSet presAssocID="{F3924DB0-A6D1-4EC2-BB0D-56038B388594}" presName="cChild" presStyleLbl="fgAcc1" presStyleIdx="1" presStyleCnt="3">
        <dgm:presLayoutVars>
          <dgm:bulletEnabled val="1"/>
        </dgm:presLayoutVars>
      </dgm:prSet>
      <dgm:spPr/>
    </dgm:pt>
    <dgm:pt modelId="{4708FEB6-DA6D-4D37-B537-BF0FE960637C}" type="pres">
      <dgm:prSet presAssocID="{A2CA373B-BAEB-4285-8D11-10E725E12A6C}" presName="centerSibTrans" presStyleCnt="0"/>
      <dgm:spPr/>
    </dgm:pt>
    <dgm:pt modelId="{B42ECEEC-2351-40BC-AE96-9FAD5FC64E70}" type="pres">
      <dgm:prSet presAssocID="{9D81F975-1226-4012-A541-7DFB1DF6D1D2}" presName="cChild" presStyleLbl="fgAcc1" presStyleIdx="2" presStyleCnt="3">
        <dgm:presLayoutVars>
          <dgm:bulletEnabled val="1"/>
        </dgm:presLayoutVars>
      </dgm:prSet>
      <dgm:spPr/>
    </dgm:pt>
  </dgm:ptLst>
  <dgm:cxnLst>
    <dgm:cxn modelId="{C7FF86AF-F068-4081-9765-9209563536CA}" srcId="{A53592A2-EC45-4F2B-9179-1B1B76FD85AA}" destId="{41ECB2B6-9973-45C3-83AB-BDF49FD03716}" srcOrd="0" destOrd="0" parTransId="{6DD0B85E-E6A0-488B-AF3C-2529C0534D25}" sibTransId="{E3297AFE-B55A-4CC1-9339-659165C8C22D}"/>
    <dgm:cxn modelId="{D2256C38-3CE5-4AE1-85DC-03F71AD45CDD}" srcId="{A53592A2-EC45-4F2B-9179-1B1B76FD85AA}" destId="{F3924DB0-A6D1-4EC2-BB0D-56038B388594}" srcOrd="1" destOrd="0" parTransId="{0E264CC2-EFE9-45AD-BAB9-398A212BCCE9}" sibTransId="{A2CA373B-BAEB-4285-8D11-10E725E12A6C}"/>
    <dgm:cxn modelId="{7AD966D9-5D13-4EF5-BA40-05F688BA7E7C}" type="presOf" srcId="{9D81F975-1226-4012-A541-7DFB1DF6D1D2}" destId="{B42ECEEC-2351-40BC-AE96-9FAD5FC64E70}" srcOrd="0" destOrd="0" presId="urn:microsoft.com/office/officeart/2005/8/layout/target2"/>
    <dgm:cxn modelId="{C79641E1-099E-4318-A626-44FE9C6BE3F1}" type="presOf" srcId="{2A9191B8-DA9B-49BA-A95C-F4CF1DE1F869}" destId="{AB5B0526-B9DD-462B-91F8-15CA4F655B63}" srcOrd="0" destOrd="0" presId="urn:microsoft.com/office/officeart/2005/8/layout/target2"/>
    <dgm:cxn modelId="{C9829830-3A69-4E2A-8628-3BDA1E00B2B1}" type="presOf" srcId="{A53592A2-EC45-4F2B-9179-1B1B76FD85AA}" destId="{6FFB9EF9-43AF-4D3A-BD53-1675D77E736B}" srcOrd="0" destOrd="0" presId="urn:microsoft.com/office/officeart/2005/8/layout/target2"/>
    <dgm:cxn modelId="{2C0E607E-FCE0-4F7C-9904-0DD1903586E8}" srcId="{F8663460-8616-4CB2-ADAC-F51FB7491E83}" destId="{747907C0-7D94-4DB1-B538-05D8FD81A15A}" srcOrd="1" destOrd="0" parTransId="{CE67C9A2-576B-4645-9DE5-8419FF894D1B}" sibTransId="{ED623B86-5F14-44C0-95BB-CAD39234D118}"/>
    <dgm:cxn modelId="{348C3381-EBBE-49AE-AA9A-EA9D8B737741}" type="presOf" srcId="{747907C0-7D94-4DB1-B538-05D8FD81A15A}" destId="{E71CA19B-3AF6-4FED-A607-B22B105162AC}" srcOrd="0" destOrd="0" presId="urn:microsoft.com/office/officeart/2005/8/layout/target2"/>
    <dgm:cxn modelId="{0291AC10-324D-4476-88F1-74C8C5F00B5B}" type="presOf" srcId="{F3924DB0-A6D1-4EC2-BB0D-56038B388594}" destId="{4F7BC9BB-11FC-4484-9CE5-41B6E91F8EC3}" srcOrd="0" destOrd="0" presId="urn:microsoft.com/office/officeart/2005/8/layout/target2"/>
    <dgm:cxn modelId="{9F11355F-306B-4764-98E8-4DE3D086F723}" srcId="{F8663460-8616-4CB2-ADAC-F51FB7491E83}" destId="{2A9191B8-DA9B-49BA-A95C-F4CF1DE1F869}" srcOrd="0" destOrd="0" parTransId="{87560183-9417-4362-86A1-4F987884D049}" sibTransId="{406BFAA9-0BEE-41BE-8667-755B7BF3432F}"/>
    <dgm:cxn modelId="{38F2D385-87BF-42E5-8E4C-288BC2F00786}" type="presOf" srcId="{41ECB2B6-9973-45C3-83AB-BDF49FD03716}" destId="{6D65AB67-97A2-499C-B613-52EE52AE6A17}" srcOrd="0" destOrd="0" presId="urn:microsoft.com/office/officeart/2005/8/layout/target2"/>
    <dgm:cxn modelId="{E13D06C9-AAF7-46EF-B365-9236FCA92A48}" srcId="{A53592A2-EC45-4F2B-9179-1B1B76FD85AA}" destId="{9D81F975-1226-4012-A541-7DFB1DF6D1D2}" srcOrd="2" destOrd="0" parTransId="{21CBE6F7-6703-44DA-8681-B19B7E4B0B55}" sibTransId="{F65A7DF6-8F4E-4A1B-8DF0-99B8A3B7D374}"/>
    <dgm:cxn modelId="{1C5D654E-E3FB-4981-9C7B-BF1A96F295F5}" srcId="{F8663460-8616-4CB2-ADAC-F51FB7491E83}" destId="{A53592A2-EC45-4F2B-9179-1B1B76FD85AA}" srcOrd="2" destOrd="0" parTransId="{9308E8EA-3B36-4111-8462-3690EB712D8E}" sibTransId="{70F41833-A235-4C4B-BEA6-4A607487D54D}"/>
    <dgm:cxn modelId="{111C8450-6D42-4C58-A070-BA5E157EB2DC}" type="presOf" srcId="{F8663460-8616-4CB2-ADAC-F51FB7491E83}" destId="{2AFDFC6D-3A70-4EF6-8852-CADF4BE98A17}" srcOrd="0" destOrd="0" presId="urn:microsoft.com/office/officeart/2005/8/layout/target2"/>
    <dgm:cxn modelId="{93BAF0F8-300D-4812-8FAF-15F2692D863C}" type="presParOf" srcId="{2AFDFC6D-3A70-4EF6-8852-CADF4BE98A17}" destId="{AA09093B-B06E-45FF-9C41-AEB1A26946D2}" srcOrd="0" destOrd="0" presId="urn:microsoft.com/office/officeart/2005/8/layout/target2"/>
    <dgm:cxn modelId="{23909BD8-4957-447F-8169-E501C51B420E}" type="presParOf" srcId="{AA09093B-B06E-45FF-9C41-AEB1A26946D2}" destId="{AB5B0526-B9DD-462B-91F8-15CA4F655B63}" srcOrd="0" destOrd="0" presId="urn:microsoft.com/office/officeart/2005/8/layout/target2"/>
    <dgm:cxn modelId="{DDDB1F7D-C7C7-4837-9CC3-D928714A3E41}" type="presParOf" srcId="{AA09093B-B06E-45FF-9C41-AEB1A26946D2}" destId="{9CF4F241-3B5E-4E93-99B3-36004757ED89}" srcOrd="1" destOrd="0" presId="urn:microsoft.com/office/officeart/2005/8/layout/target2"/>
    <dgm:cxn modelId="{80D2AE34-C1F2-4457-95A8-D8219863F9D4}" type="presParOf" srcId="{2AFDFC6D-3A70-4EF6-8852-CADF4BE98A17}" destId="{04D205F2-8E02-4981-9506-5FA7C3B85B48}" srcOrd="1" destOrd="0" presId="urn:microsoft.com/office/officeart/2005/8/layout/target2"/>
    <dgm:cxn modelId="{E7A01447-4DF4-4A81-A154-1F82BC67BF54}" type="presParOf" srcId="{04D205F2-8E02-4981-9506-5FA7C3B85B48}" destId="{E71CA19B-3AF6-4FED-A607-B22B105162AC}" srcOrd="0" destOrd="0" presId="urn:microsoft.com/office/officeart/2005/8/layout/target2"/>
    <dgm:cxn modelId="{EA5CA0F2-BE32-4798-B064-C39203051D7C}" type="presParOf" srcId="{04D205F2-8E02-4981-9506-5FA7C3B85B48}" destId="{D0B57792-2C35-4C55-B6F4-7BC475BFE73C}" srcOrd="1" destOrd="0" presId="urn:microsoft.com/office/officeart/2005/8/layout/target2"/>
    <dgm:cxn modelId="{28B2CB3E-FE08-4A1C-BC17-37AAF546652D}" type="presParOf" srcId="{2AFDFC6D-3A70-4EF6-8852-CADF4BE98A17}" destId="{F95CA46F-E8D0-42D8-B637-A31A8EC8D0C4}" srcOrd="2" destOrd="0" presId="urn:microsoft.com/office/officeart/2005/8/layout/target2"/>
    <dgm:cxn modelId="{D3722F28-B46F-4C34-A841-B1B49FCBFB0C}" type="presParOf" srcId="{F95CA46F-E8D0-42D8-B637-A31A8EC8D0C4}" destId="{6FFB9EF9-43AF-4D3A-BD53-1675D77E736B}" srcOrd="0" destOrd="0" presId="urn:microsoft.com/office/officeart/2005/8/layout/target2"/>
    <dgm:cxn modelId="{A6F20DB1-B5CA-4E1C-BC3F-9D16683D31D5}" type="presParOf" srcId="{F95CA46F-E8D0-42D8-B637-A31A8EC8D0C4}" destId="{44659265-2F79-4F71-B2CE-1BE245866D22}" srcOrd="1" destOrd="0" presId="urn:microsoft.com/office/officeart/2005/8/layout/target2"/>
    <dgm:cxn modelId="{DFE4A89D-C6A2-4471-8809-EBE373B64E8A}" type="presParOf" srcId="{44659265-2F79-4F71-B2CE-1BE245866D22}" destId="{6D65AB67-97A2-499C-B613-52EE52AE6A17}" srcOrd="0" destOrd="0" presId="urn:microsoft.com/office/officeart/2005/8/layout/target2"/>
    <dgm:cxn modelId="{9325D542-98D9-4152-8464-578D68498BF6}" type="presParOf" srcId="{44659265-2F79-4F71-B2CE-1BE245866D22}" destId="{6AAE1DF0-DB7C-4CDC-820D-F5E3EF2CC636}" srcOrd="1" destOrd="0" presId="urn:microsoft.com/office/officeart/2005/8/layout/target2"/>
    <dgm:cxn modelId="{EFE0D31D-1B7E-40F2-B041-13B97E98419E}" type="presParOf" srcId="{44659265-2F79-4F71-B2CE-1BE245866D22}" destId="{4F7BC9BB-11FC-4484-9CE5-41B6E91F8EC3}" srcOrd="2" destOrd="0" presId="urn:microsoft.com/office/officeart/2005/8/layout/target2"/>
    <dgm:cxn modelId="{36AFA051-0BE3-4CD9-8C67-65616BC25368}" type="presParOf" srcId="{44659265-2F79-4F71-B2CE-1BE245866D22}" destId="{4708FEB6-DA6D-4D37-B537-BF0FE960637C}" srcOrd="3" destOrd="0" presId="urn:microsoft.com/office/officeart/2005/8/layout/target2"/>
    <dgm:cxn modelId="{4DB826D2-6F26-4531-9497-CB06D2DD4867}" type="presParOf" srcId="{44659265-2F79-4F71-B2CE-1BE245866D22}" destId="{B42ECEEC-2351-40BC-AE96-9FAD5FC64E70}" srcOrd="4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BE5CAD8-1665-4C81-85E0-D1C5EBACCAFC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6A872C-A130-41DA-9FB4-B594C442C6FD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pPr rtl="0"/>
          <a:r>
            <a:rPr lang="en-US" b="1" dirty="0" smtClean="0"/>
            <a:t>📝 Content</a:t>
          </a:r>
          <a:endParaRPr lang="en-US" dirty="0"/>
        </a:p>
      </dgm:t>
    </dgm:pt>
    <dgm:pt modelId="{FEBDCF03-4172-4245-AEF1-77843F3FAF42}" type="parTrans" cxnId="{A1E271AB-ECF9-4B7D-9BC3-E2AD05D4DC6B}">
      <dgm:prSet/>
      <dgm:spPr/>
      <dgm:t>
        <a:bodyPr/>
        <a:lstStyle/>
        <a:p>
          <a:endParaRPr lang="en-US"/>
        </a:p>
      </dgm:t>
    </dgm:pt>
    <dgm:pt modelId="{8FA5910F-06B0-4BFD-8EE3-47AA20A1AB6E}" type="sibTrans" cxnId="{A1E271AB-ECF9-4B7D-9BC3-E2AD05D4DC6B}">
      <dgm:prSet/>
      <dgm:spPr/>
      <dgm:t>
        <a:bodyPr/>
        <a:lstStyle/>
        <a:p>
          <a:endParaRPr lang="en-US"/>
        </a:p>
      </dgm:t>
    </dgm:pt>
    <dgm:pt modelId="{57934C37-DFBF-48D2-AD7C-B727F71D3F42}">
      <dgm:prSet/>
      <dgm:spPr>
        <a:solidFill>
          <a:srgbClr val="7030A0"/>
        </a:solidFill>
      </dgm:spPr>
      <dgm:t>
        <a:bodyPr/>
        <a:lstStyle/>
        <a:p>
          <a:pPr rtl="0"/>
          <a:r>
            <a:rPr lang="en-US" smtClean="0"/>
            <a:t>Improved prompt: </a:t>
          </a:r>
          <a:r>
            <a:rPr lang="en-US" b="1" smtClean="0"/>
            <a:t>Query + Summaries</a:t>
          </a:r>
          <a:endParaRPr lang="en-US"/>
        </a:p>
      </dgm:t>
    </dgm:pt>
    <dgm:pt modelId="{1329ABF2-035C-4901-AC4A-2D72944B2EF1}" type="parTrans" cxnId="{73BA5AF5-372A-41B7-A1AD-3CA8DC3F949F}">
      <dgm:prSet/>
      <dgm:spPr/>
      <dgm:t>
        <a:bodyPr/>
        <a:lstStyle/>
        <a:p>
          <a:endParaRPr lang="en-US"/>
        </a:p>
      </dgm:t>
    </dgm:pt>
    <dgm:pt modelId="{4039B3F4-EA0C-4807-8768-23B9DB42EC63}" type="sibTrans" cxnId="{73BA5AF5-372A-41B7-A1AD-3CA8DC3F949F}">
      <dgm:prSet/>
      <dgm:spPr/>
      <dgm:t>
        <a:bodyPr/>
        <a:lstStyle/>
        <a:p>
          <a:endParaRPr lang="en-US"/>
        </a:p>
      </dgm:t>
    </dgm:pt>
    <dgm:pt modelId="{7F958C98-CD3E-4FE0-8B04-B2AF1B0173C2}">
      <dgm:prSet/>
      <dgm:spPr>
        <a:solidFill>
          <a:srgbClr val="C00000"/>
        </a:solidFill>
      </dgm:spPr>
      <dgm:t>
        <a:bodyPr/>
        <a:lstStyle/>
        <a:p>
          <a:pPr rtl="0"/>
          <a:r>
            <a:rPr lang="en-US" smtClean="0"/>
            <a:t>Generated </a:t>
          </a:r>
          <a:r>
            <a:rPr lang="en-US" b="1" smtClean="0"/>
            <a:t>overall article insights</a:t>
          </a:r>
          <a:endParaRPr lang="en-US"/>
        </a:p>
      </dgm:t>
    </dgm:pt>
    <dgm:pt modelId="{220926C0-A46E-4E97-BC45-BB8C237EA32A}" type="parTrans" cxnId="{A8FD32FA-B52F-40D5-A954-C7550675C25E}">
      <dgm:prSet/>
      <dgm:spPr/>
      <dgm:t>
        <a:bodyPr/>
        <a:lstStyle/>
        <a:p>
          <a:endParaRPr lang="en-US"/>
        </a:p>
      </dgm:t>
    </dgm:pt>
    <dgm:pt modelId="{9E3D6762-22CF-4C1E-A531-C44ECAB4326B}" type="sibTrans" cxnId="{A8FD32FA-B52F-40D5-A954-C7550675C25E}">
      <dgm:prSet/>
      <dgm:spPr/>
      <dgm:t>
        <a:bodyPr/>
        <a:lstStyle/>
        <a:p>
          <a:endParaRPr lang="en-US"/>
        </a:p>
      </dgm:t>
    </dgm:pt>
    <dgm:pt modelId="{F4E9A662-4117-424C-82E1-A7654D778278}">
      <dgm:prSet/>
      <dgm:spPr>
        <a:solidFill>
          <a:srgbClr val="00B050"/>
        </a:solidFill>
      </dgm:spPr>
      <dgm:t>
        <a:bodyPr/>
        <a:lstStyle/>
        <a:p>
          <a:pPr rtl="0"/>
          <a:r>
            <a:rPr lang="en-US" dirty="0" smtClean="0"/>
            <a:t>Added </a:t>
          </a:r>
          <a:r>
            <a:rPr lang="en-US" b="1" dirty="0" smtClean="0"/>
            <a:t>sentiment analysis</a:t>
          </a:r>
          <a:r>
            <a:rPr lang="en-US" dirty="0" smtClean="0"/>
            <a:t>:</a:t>
          </a:r>
          <a:br>
            <a:rPr lang="en-US" dirty="0" smtClean="0"/>
          </a:br>
          <a:r>
            <a:rPr lang="en-US" dirty="0" smtClean="0"/>
            <a:t>✅ Positive | ❌ Negative | ⚪ Neutral</a:t>
          </a:r>
          <a:endParaRPr lang="en-US" dirty="0"/>
        </a:p>
      </dgm:t>
    </dgm:pt>
    <dgm:pt modelId="{56903EE4-C76D-4CDB-92B2-B3EA9202DB76}" type="parTrans" cxnId="{E1DCCC5E-F9D6-4CAB-9B43-C95E239ADA1E}">
      <dgm:prSet/>
      <dgm:spPr/>
      <dgm:t>
        <a:bodyPr/>
        <a:lstStyle/>
        <a:p>
          <a:endParaRPr lang="en-US"/>
        </a:p>
      </dgm:t>
    </dgm:pt>
    <dgm:pt modelId="{5024F6AF-31F6-4862-88CE-FE8585768511}" type="sibTrans" cxnId="{E1DCCC5E-F9D6-4CAB-9B43-C95E239ADA1E}">
      <dgm:prSet/>
      <dgm:spPr/>
      <dgm:t>
        <a:bodyPr/>
        <a:lstStyle/>
        <a:p>
          <a:endParaRPr lang="en-US"/>
        </a:p>
      </dgm:t>
    </dgm:pt>
    <dgm:pt modelId="{793DEC47-26C2-4C1C-9E8D-C770A5B2699C}" type="pres">
      <dgm:prSet presAssocID="{7BE5CAD8-1665-4C81-85E0-D1C5EBACCAFC}" presName="Name0" presStyleCnt="0">
        <dgm:presLayoutVars>
          <dgm:dir/>
          <dgm:animLvl val="lvl"/>
          <dgm:resizeHandles val="exact"/>
        </dgm:presLayoutVars>
      </dgm:prSet>
      <dgm:spPr/>
    </dgm:pt>
    <dgm:pt modelId="{FE086DB3-D730-4A08-901E-3804A4575ED9}" type="pres">
      <dgm:prSet presAssocID="{F4E9A662-4117-424C-82E1-A7654D778278}" presName="boxAndChildren" presStyleCnt="0"/>
      <dgm:spPr/>
    </dgm:pt>
    <dgm:pt modelId="{FBD11EFB-7FBD-446B-A4E4-7AE805515A2B}" type="pres">
      <dgm:prSet presAssocID="{F4E9A662-4117-424C-82E1-A7654D778278}" presName="parentTextBox" presStyleLbl="node1" presStyleIdx="0" presStyleCnt="4"/>
      <dgm:spPr/>
    </dgm:pt>
    <dgm:pt modelId="{78DF0BCD-21DE-4C61-90E2-206182EA9854}" type="pres">
      <dgm:prSet presAssocID="{9E3D6762-22CF-4C1E-A531-C44ECAB4326B}" presName="sp" presStyleCnt="0"/>
      <dgm:spPr/>
    </dgm:pt>
    <dgm:pt modelId="{1DD84D8C-653A-4F25-9AF6-4A101A425F00}" type="pres">
      <dgm:prSet presAssocID="{7F958C98-CD3E-4FE0-8B04-B2AF1B0173C2}" presName="arrowAndChildren" presStyleCnt="0"/>
      <dgm:spPr/>
    </dgm:pt>
    <dgm:pt modelId="{1F702991-365B-41F1-A5A6-99A242976BDE}" type="pres">
      <dgm:prSet presAssocID="{7F958C98-CD3E-4FE0-8B04-B2AF1B0173C2}" presName="parentTextArrow" presStyleLbl="node1" presStyleIdx="1" presStyleCnt="4"/>
      <dgm:spPr/>
    </dgm:pt>
    <dgm:pt modelId="{F6C3D3E3-F4B1-408C-A5E4-81732E225750}" type="pres">
      <dgm:prSet presAssocID="{4039B3F4-EA0C-4807-8768-23B9DB42EC63}" presName="sp" presStyleCnt="0"/>
      <dgm:spPr/>
    </dgm:pt>
    <dgm:pt modelId="{31D5E1FC-A975-4584-94F8-C7A124AB1DD3}" type="pres">
      <dgm:prSet presAssocID="{57934C37-DFBF-48D2-AD7C-B727F71D3F42}" presName="arrowAndChildren" presStyleCnt="0"/>
      <dgm:spPr/>
    </dgm:pt>
    <dgm:pt modelId="{FC624D4E-439E-431B-AAA3-573D4635044D}" type="pres">
      <dgm:prSet presAssocID="{57934C37-DFBF-48D2-AD7C-B727F71D3F42}" presName="parentTextArrow" presStyleLbl="node1" presStyleIdx="2" presStyleCnt="4"/>
      <dgm:spPr/>
    </dgm:pt>
    <dgm:pt modelId="{D772E9AD-CFC8-4867-AA37-A361225398D2}" type="pres">
      <dgm:prSet presAssocID="{8FA5910F-06B0-4BFD-8EE3-47AA20A1AB6E}" presName="sp" presStyleCnt="0"/>
      <dgm:spPr/>
    </dgm:pt>
    <dgm:pt modelId="{573629A8-5BD7-483F-91ED-79E04A7B7D5A}" type="pres">
      <dgm:prSet presAssocID="{DC6A872C-A130-41DA-9FB4-B594C442C6FD}" presName="arrowAndChildren" presStyleCnt="0"/>
      <dgm:spPr/>
    </dgm:pt>
    <dgm:pt modelId="{411899F3-8A10-4EA2-ABCC-57B02F889188}" type="pres">
      <dgm:prSet presAssocID="{DC6A872C-A130-41DA-9FB4-B594C442C6FD}" presName="parentTextArrow" presStyleLbl="node1" presStyleIdx="3" presStyleCnt="4"/>
      <dgm:spPr/>
    </dgm:pt>
  </dgm:ptLst>
  <dgm:cxnLst>
    <dgm:cxn modelId="{43B9A05A-C3B9-44DD-99BF-138BBE5764F2}" type="presOf" srcId="{7F958C98-CD3E-4FE0-8B04-B2AF1B0173C2}" destId="{1F702991-365B-41F1-A5A6-99A242976BDE}" srcOrd="0" destOrd="0" presId="urn:microsoft.com/office/officeart/2005/8/layout/process4"/>
    <dgm:cxn modelId="{A1E271AB-ECF9-4B7D-9BC3-E2AD05D4DC6B}" srcId="{7BE5CAD8-1665-4C81-85E0-D1C5EBACCAFC}" destId="{DC6A872C-A130-41DA-9FB4-B594C442C6FD}" srcOrd="0" destOrd="0" parTransId="{FEBDCF03-4172-4245-AEF1-77843F3FAF42}" sibTransId="{8FA5910F-06B0-4BFD-8EE3-47AA20A1AB6E}"/>
    <dgm:cxn modelId="{73BA5AF5-372A-41B7-A1AD-3CA8DC3F949F}" srcId="{7BE5CAD8-1665-4C81-85E0-D1C5EBACCAFC}" destId="{57934C37-DFBF-48D2-AD7C-B727F71D3F42}" srcOrd="1" destOrd="0" parTransId="{1329ABF2-035C-4901-AC4A-2D72944B2EF1}" sibTransId="{4039B3F4-EA0C-4807-8768-23B9DB42EC63}"/>
    <dgm:cxn modelId="{311274B9-D5CD-408D-AAAF-55801FFBFBF2}" type="presOf" srcId="{F4E9A662-4117-424C-82E1-A7654D778278}" destId="{FBD11EFB-7FBD-446B-A4E4-7AE805515A2B}" srcOrd="0" destOrd="0" presId="urn:microsoft.com/office/officeart/2005/8/layout/process4"/>
    <dgm:cxn modelId="{5A2F11EA-4D94-4636-9CFF-07CEB1ADF61B}" type="presOf" srcId="{57934C37-DFBF-48D2-AD7C-B727F71D3F42}" destId="{FC624D4E-439E-431B-AAA3-573D4635044D}" srcOrd="0" destOrd="0" presId="urn:microsoft.com/office/officeart/2005/8/layout/process4"/>
    <dgm:cxn modelId="{E1DCCC5E-F9D6-4CAB-9B43-C95E239ADA1E}" srcId="{7BE5CAD8-1665-4C81-85E0-D1C5EBACCAFC}" destId="{F4E9A662-4117-424C-82E1-A7654D778278}" srcOrd="3" destOrd="0" parTransId="{56903EE4-C76D-4CDB-92B2-B3EA9202DB76}" sibTransId="{5024F6AF-31F6-4862-88CE-FE8585768511}"/>
    <dgm:cxn modelId="{A8FD32FA-B52F-40D5-A954-C7550675C25E}" srcId="{7BE5CAD8-1665-4C81-85E0-D1C5EBACCAFC}" destId="{7F958C98-CD3E-4FE0-8B04-B2AF1B0173C2}" srcOrd="2" destOrd="0" parTransId="{220926C0-A46E-4E97-BC45-BB8C237EA32A}" sibTransId="{9E3D6762-22CF-4C1E-A531-C44ECAB4326B}"/>
    <dgm:cxn modelId="{92357411-7303-4B15-96D0-BA6246037CF7}" type="presOf" srcId="{7BE5CAD8-1665-4C81-85E0-D1C5EBACCAFC}" destId="{793DEC47-26C2-4C1C-9E8D-C770A5B2699C}" srcOrd="0" destOrd="0" presId="urn:microsoft.com/office/officeart/2005/8/layout/process4"/>
    <dgm:cxn modelId="{243FA91C-5695-41F4-96F2-92CBB324118B}" type="presOf" srcId="{DC6A872C-A130-41DA-9FB4-B594C442C6FD}" destId="{411899F3-8A10-4EA2-ABCC-57B02F889188}" srcOrd="0" destOrd="0" presId="urn:microsoft.com/office/officeart/2005/8/layout/process4"/>
    <dgm:cxn modelId="{50FF9609-723D-43F7-8448-96451B54C7C7}" type="presParOf" srcId="{793DEC47-26C2-4C1C-9E8D-C770A5B2699C}" destId="{FE086DB3-D730-4A08-901E-3804A4575ED9}" srcOrd="0" destOrd="0" presId="urn:microsoft.com/office/officeart/2005/8/layout/process4"/>
    <dgm:cxn modelId="{4A485EB1-9388-49A5-B670-D483B7CD8EB4}" type="presParOf" srcId="{FE086DB3-D730-4A08-901E-3804A4575ED9}" destId="{FBD11EFB-7FBD-446B-A4E4-7AE805515A2B}" srcOrd="0" destOrd="0" presId="urn:microsoft.com/office/officeart/2005/8/layout/process4"/>
    <dgm:cxn modelId="{EAE37B07-9B59-4CCD-B356-C5F2BAA33F2A}" type="presParOf" srcId="{793DEC47-26C2-4C1C-9E8D-C770A5B2699C}" destId="{78DF0BCD-21DE-4C61-90E2-206182EA9854}" srcOrd="1" destOrd="0" presId="urn:microsoft.com/office/officeart/2005/8/layout/process4"/>
    <dgm:cxn modelId="{3478109A-7C55-48B8-96E9-F66C43564FC4}" type="presParOf" srcId="{793DEC47-26C2-4C1C-9E8D-C770A5B2699C}" destId="{1DD84D8C-653A-4F25-9AF6-4A101A425F00}" srcOrd="2" destOrd="0" presId="urn:microsoft.com/office/officeart/2005/8/layout/process4"/>
    <dgm:cxn modelId="{A03F77BC-4A8C-413C-9865-762F1F653843}" type="presParOf" srcId="{1DD84D8C-653A-4F25-9AF6-4A101A425F00}" destId="{1F702991-365B-41F1-A5A6-99A242976BDE}" srcOrd="0" destOrd="0" presId="urn:microsoft.com/office/officeart/2005/8/layout/process4"/>
    <dgm:cxn modelId="{44CA16F1-B23A-4A46-B0EB-4FDFE84B836F}" type="presParOf" srcId="{793DEC47-26C2-4C1C-9E8D-C770A5B2699C}" destId="{F6C3D3E3-F4B1-408C-A5E4-81732E225750}" srcOrd="3" destOrd="0" presId="urn:microsoft.com/office/officeart/2005/8/layout/process4"/>
    <dgm:cxn modelId="{84EE2CCE-49BF-485A-B15D-A3FF3D014C9C}" type="presParOf" srcId="{793DEC47-26C2-4C1C-9E8D-C770A5B2699C}" destId="{31D5E1FC-A975-4584-94F8-C7A124AB1DD3}" srcOrd="4" destOrd="0" presId="urn:microsoft.com/office/officeart/2005/8/layout/process4"/>
    <dgm:cxn modelId="{CB3B7619-38D0-4AFC-B777-7D29877E6ADD}" type="presParOf" srcId="{31D5E1FC-A975-4584-94F8-C7A124AB1DD3}" destId="{FC624D4E-439E-431B-AAA3-573D4635044D}" srcOrd="0" destOrd="0" presId="urn:microsoft.com/office/officeart/2005/8/layout/process4"/>
    <dgm:cxn modelId="{8E3A5C15-8CAF-4A75-94FF-275600840CCE}" type="presParOf" srcId="{793DEC47-26C2-4C1C-9E8D-C770A5B2699C}" destId="{D772E9AD-CFC8-4867-AA37-A361225398D2}" srcOrd="5" destOrd="0" presId="urn:microsoft.com/office/officeart/2005/8/layout/process4"/>
    <dgm:cxn modelId="{AD5A1517-A8FE-43D7-B059-64531B453E39}" type="presParOf" srcId="{793DEC47-26C2-4C1C-9E8D-C770A5B2699C}" destId="{573629A8-5BD7-483F-91ED-79E04A7B7D5A}" srcOrd="6" destOrd="0" presId="urn:microsoft.com/office/officeart/2005/8/layout/process4"/>
    <dgm:cxn modelId="{42B2B8E3-604D-4E26-9E10-989F82C834EE}" type="presParOf" srcId="{573629A8-5BD7-483F-91ED-79E04A7B7D5A}" destId="{411899F3-8A10-4EA2-ABCC-57B02F88918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3DBB2D1-CC01-4A92-B6F3-EA11627DB47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1B8688-8E07-4065-9911-696AFC6B3296}">
      <dgm:prSet/>
      <dgm:spPr/>
      <dgm:t>
        <a:bodyPr/>
        <a:lstStyle/>
        <a:p>
          <a:pPr rtl="0"/>
          <a:r>
            <a:rPr lang="en-US" b="1" dirty="0" smtClean="0"/>
            <a:t>📝 Core Content</a:t>
          </a:r>
          <a:endParaRPr lang="en-US" dirty="0"/>
        </a:p>
      </dgm:t>
    </dgm:pt>
    <dgm:pt modelId="{7EAF3161-F4B6-4ADA-8FF6-6DAA8AB65DDD}" type="parTrans" cxnId="{FE349E5A-77D5-4059-80A8-C18A0C17EC14}">
      <dgm:prSet/>
      <dgm:spPr/>
      <dgm:t>
        <a:bodyPr/>
        <a:lstStyle/>
        <a:p>
          <a:endParaRPr lang="en-US"/>
        </a:p>
      </dgm:t>
    </dgm:pt>
    <dgm:pt modelId="{FC0620B1-CC31-4D6D-9F5A-2E0588B22918}" type="sibTrans" cxnId="{FE349E5A-77D5-4059-80A8-C18A0C17EC14}">
      <dgm:prSet/>
      <dgm:spPr/>
      <dgm:t>
        <a:bodyPr/>
        <a:lstStyle/>
        <a:p>
          <a:endParaRPr lang="en-US"/>
        </a:p>
      </dgm:t>
    </dgm:pt>
    <dgm:pt modelId="{7FBE0A50-9B16-4056-82B9-5BB5FA698B64}">
      <dgm:prSet/>
      <dgm:spPr/>
      <dgm:t>
        <a:bodyPr/>
        <a:lstStyle/>
        <a:p>
          <a:pPr rtl="0"/>
          <a:r>
            <a:rPr lang="en-US" dirty="0" smtClean="0"/>
            <a:t>✅ </a:t>
          </a:r>
          <a:r>
            <a:rPr lang="en-US" b="1" dirty="0" smtClean="0"/>
            <a:t>Pipeline tested end-to-end</a:t>
          </a:r>
          <a:endParaRPr lang="en-US" dirty="0"/>
        </a:p>
      </dgm:t>
    </dgm:pt>
    <dgm:pt modelId="{9F0CFC87-BCC1-46E9-9AAF-D8C281268F35}" type="parTrans" cxnId="{EDB624A8-8638-4A46-8581-573F38EF0A33}">
      <dgm:prSet/>
      <dgm:spPr/>
      <dgm:t>
        <a:bodyPr/>
        <a:lstStyle/>
        <a:p>
          <a:endParaRPr lang="en-US"/>
        </a:p>
      </dgm:t>
    </dgm:pt>
    <dgm:pt modelId="{1E1C834A-670B-4DA0-ABAA-B2867D10A8BE}" type="sibTrans" cxnId="{EDB624A8-8638-4A46-8581-573F38EF0A33}">
      <dgm:prSet/>
      <dgm:spPr/>
      <dgm:t>
        <a:bodyPr/>
        <a:lstStyle/>
        <a:p>
          <a:endParaRPr lang="en-US"/>
        </a:p>
      </dgm:t>
    </dgm:pt>
    <dgm:pt modelId="{4AE9214E-6532-46DA-B186-109B36C716BC}">
      <dgm:prSet/>
      <dgm:spPr/>
      <dgm:t>
        <a:bodyPr/>
        <a:lstStyle/>
        <a:p>
          <a:pPr rtl="0"/>
          <a:r>
            <a:rPr lang="en-US" dirty="0" smtClean="0"/>
            <a:t>📝 </a:t>
          </a:r>
          <a:r>
            <a:rPr lang="en-US" b="1" dirty="0" smtClean="0"/>
            <a:t>Verified query handling</a:t>
          </a:r>
          <a:endParaRPr lang="en-US" dirty="0"/>
        </a:p>
      </dgm:t>
    </dgm:pt>
    <dgm:pt modelId="{C310A7A3-308D-4746-B660-19D5C9771D02}" type="parTrans" cxnId="{535D32E2-C064-45B8-BA4A-81F4EB874B02}">
      <dgm:prSet/>
      <dgm:spPr/>
      <dgm:t>
        <a:bodyPr/>
        <a:lstStyle/>
        <a:p>
          <a:endParaRPr lang="en-US"/>
        </a:p>
      </dgm:t>
    </dgm:pt>
    <dgm:pt modelId="{EC5C859B-1160-43BF-B038-F23BDE19CCEC}" type="sibTrans" cxnId="{535D32E2-C064-45B8-BA4A-81F4EB874B02}">
      <dgm:prSet/>
      <dgm:spPr/>
      <dgm:t>
        <a:bodyPr/>
        <a:lstStyle/>
        <a:p>
          <a:endParaRPr lang="en-US"/>
        </a:p>
      </dgm:t>
    </dgm:pt>
    <dgm:pt modelId="{6BFD7D77-8A18-49EC-A5FD-6222AD8D9A75}">
      <dgm:prSet/>
      <dgm:spPr/>
      <dgm:t>
        <a:bodyPr/>
        <a:lstStyle/>
        <a:p>
          <a:pPr rtl="0"/>
          <a:r>
            <a:rPr lang="en-US" dirty="0" smtClean="0"/>
            <a:t>📊 </a:t>
          </a:r>
          <a:r>
            <a:rPr lang="en-US" b="1" dirty="0" smtClean="0"/>
            <a:t>Checked relevance &amp; accuracy of insights</a:t>
          </a:r>
          <a:endParaRPr lang="en-US" dirty="0"/>
        </a:p>
      </dgm:t>
    </dgm:pt>
    <dgm:pt modelId="{83F1A9BB-B18B-43CA-97F3-9B38CBB101E0}" type="parTrans" cxnId="{5D972357-891C-45AA-AA01-4FD88BB6EE5C}">
      <dgm:prSet/>
      <dgm:spPr/>
      <dgm:t>
        <a:bodyPr/>
        <a:lstStyle/>
        <a:p>
          <a:endParaRPr lang="en-US"/>
        </a:p>
      </dgm:t>
    </dgm:pt>
    <dgm:pt modelId="{1DF488CE-ECA2-426D-9E8E-6C8A669F775B}" type="sibTrans" cxnId="{5D972357-891C-45AA-AA01-4FD88BB6EE5C}">
      <dgm:prSet/>
      <dgm:spPr/>
      <dgm:t>
        <a:bodyPr/>
        <a:lstStyle/>
        <a:p>
          <a:endParaRPr lang="en-US"/>
        </a:p>
      </dgm:t>
    </dgm:pt>
    <dgm:pt modelId="{90F7222B-3F58-4C71-8E1C-9F49213C7770}" type="pres">
      <dgm:prSet presAssocID="{A3DBB2D1-CC01-4A92-B6F3-EA11627DB47A}" presName="Name0" presStyleCnt="0">
        <dgm:presLayoutVars>
          <dgm:dir/>
          <dgm:resizeHandles val="exact"/>
        </dgm:presLayoutVars>
      </dgm:prSet>
      <dgm:spPr/>
    </dgm:pt>
    <dgm:pt modelId="{1F1178DF-AFF4-479F-A0CF-5A0B762CF1F2}" type="pres">
      <dgm:prSet presAssocID="{E61B8688-8E07-4065-9911-696AFC6B3296}" presName="node" presStyleLbl="node1" presStyleIdx="0" presStyleCnt="4">
        <dgm:presLayoutVars>
          <dgm:bulletEnabled val="1"/>
        </dgm:presLayoutVars>
      </dgm:prSet>
      <dgm:spPr/>
    </dgm:pt>
    <dgm:pt modelId="{95DDC29C-FA0E-484B-B677-AEEB500207AC}" type="pres">
      <dgm:prSet presAssocID="{FC0620B1-CC31-4D6D-9F5A-2E0588B22918}" presName="sibTrans" presStyleLbl="sibTrans2D1" presStyleIdx="0" presStyleCnt="3"/>
      <dgm:spPr/>
    </dgm:pt>
    <dgm:pt modelId="{7D8819A9-6DD6-443A-BE3A-7016B3029A5C}" type="pres">
      <dgm:prSet presAssocID="{FC0620B1-CC31-4D6D-9F5A-2E0588B22918}" presName="connectorText" presStyleLbl="sibTrans2D1" presStyleIdx="0" presStyleCnt="3"/>
      <dgm:spPr/>
    </dgm:pt>
    <dgm:pt modelId="{36150499-6EBA-41B6-B8BA-C61415A4C871}" type="pres">
      <dgm:prSet presAssocID="{7FBE0A50-9B16-4056-82B9-5BB5FA698B64}" presName="node" presStyleLbl="node1" presStyleIdx="1" presStyleCnt="4">
        <dgm:presLayoutVars>
          <dgm:bulletEnabled val="1"/>
        </dgm:presLayoutVars>
      </dgm:prSet>
      <dgm:spPr/>
    </dgm:pt>
    <dgm:pt modelId="{A11B69C6-30F0-4060-9D05-701A1461DC5E}" type="pres">
      <dgm:prSet presAssocID="{1E1C834A-670B-4DA0-ABAA-B2867D10A8BE}" presName="sibTrans" presStyleLbl="sibTrans2D1" presStyleIdx="1" presStyleCnt="3"/>
      <dgm:spPr/>
    </dgm:pt>
    <dgm:pt modelId="{64DA54A6-B992-4BED-AF21-F93799298578}" type="pres">
      <dgm:prSet presAssocID="{1E1C834A-670B-4DA0-ABAA-B2867D10A8BE}" presName="connectorText" presStyleLbl="sibTrans2D1" presStyleIdx="1" presStyleCnt="3"/>
      <dgm:spPr/>
    </dgm:pt>
    <dgm:pt modelId="{661E7C91-10CC-4D8A-8E26-9BD4E7EDB044}" type="pres">
      <dgm:prSet presAssocID="{4AE9214E-6532-46DA-B186-109B36C716BC}" presName="node" presStyleLbl="node1" presStyleIdx="2" presStyleCnt="4">
        <dgm:presLayoutVars>
          <dgm:bulletEnabled val="1"/>
        </dgm:presLayoutVars>
      </dgm:prSet>
      <dgm:spPr/>
    </dgm:pt>
    <dgm:pt modelId="{56C6D2AC-2798-4714-A388-42F071B894BF}" type="pres">
      <dgm:prSet presAssocID="{EC5C859B-1160-43BF-B038-F23BDE19CCEC}" presName="sibTrans" presStyleLbl="sibTrans2D1" presStyleIdx="2" presStyleCnt="3"/>
      <dgm:spPr/>
    </dgm:pt>
    <dgm:pt modelId="{29758920-C172-4202-B99A-B400E6D59366}" type="pres">
      <dgm:prSet presAssocID="{EC5C859B-1160-43BF-B038-F23BDE19CCEC}" presName="connectorText" presStyleLbl="sibTrans2D1" presStyleIdx="2" presStyleCnt="3"/>
      <dgm:spPr/>
    </dgm:pt>
    <dgm:pt modelId="{2F397AED-CC88-4AA0-A80D-DEC62C4AEADF}" type="pres">
      <dgm:prSet presAssocID="{6BFD7D77-8A18-49EC-A5FD-6222AD8D9A75}" presName="node" presStyleLbl="node1" presStyleIdx="3" presStyleCnt="4">
        <dgm:presLayoutVars>
          <dgm:bulletEnabled val="1"/>
        </dgm:presLayoutVars>
      </dgm:prSet>
      <dgm:spPr/>
    </dgm:pt>
  </dgm:ptLst>
  <dgm:cxnLst>
    <dgm:cxn modelId="{DAC54F31-CBF2-405D-AF05-43D39A0C64A0}" type="presOf" srcId="{4AE9214E-6532-46DA-B186-109B36C716BC}" destId="{661E7C91-10CC-4D8A-8E26-9BD4E7EDB044}" srcOrd="0" destOrd="0" presId="urn:microsoft.com/office/officeart/2005/8/layout/process1"/>
    <dgm:cxn modelId="{E33AA176-2A01-4479-BF5A-FA2B003B2CBB}" type="presOf" srcId="{EC5C859B-1160-43BF-B038-F23BDE19CCEC}" destId="{29758920-C172-4202-B99A-B400E6D59366}" srcOrd="1" destOrd="0" presId="urn:microsoft.com/office/officeart/2005/8/layout/process1"/>
    <dgm:cxn modelId="{898C422F-A8F0-4560-9ED4-1CE217E68B1D}" type="presOf" srcId="{E61B8688-8E07-4065-9911-696AFC6B3296}" destId="{1F1178DF-AFF4-479F-A0CF-5A0B762CF1F2}" srcOrd="0" destOrd="0" presId="urn:microsoft.com/office/officeart/2005/8/layout/process1"/>
    <dgm:cxn modelId="{535D32E2-C064-45B8-BA4A-81F4EB874B02}" srcId="{A3DBB2D1-CC01-4A92-B6F3-EA11627DB47A}" destId="{4AE9214E-6532-46DA-B186-109B36C716BC}" srcOrd="2" destOrd="0" parTransId="{C310A7A3-308D-4746-B660-19D5C9771D02}" sibTransId="{EC5C859B-1160-43BF-B038-F23BDE19CCEC}"/>
    <dgm:cxn modelId="{5D972357-891C-45AA-AA01-4FD88BB6EE5C}" srcId="{A3DBB2D1-CC01-4A92-B6F3-EA11627DB47A}" destId="{6BFD7D77-8A18-49EC-A5FD-6222AD8D9A75}" srcOrd="3" destOrd="0" parTransId="{83F1A9BB-B18B-43CA-97F3-9B38CBB101E0}" sibTransId="{1DF488CE-ECA2-426D-9E8E-6C8A669F775B}"/>
    <dgm:cxn modelId="{81ABEC15-AE86-4C63-8357-25D45C179204}" type="presOf" srcId="{FC0620B1-CC31-4D6D-9F5A-2E0588B22918}" destId="{95DDC29C-FA0E-484B-B677-AEEB500207AC}" srcOrd="0" destOrd="0" presId="urn:microsoft.com/office/officeart/2005/8/layout/process1"/>
    <dgm:cxn modelId="{EDB624A8-8638-4A46-8581-573F38EF0A33}" srcId="{A3DBB2D1-CC01-4A92-B6F3-EA11627DB47A}" destId="{7FBE0A50-9B16-4056-82B9-5BB5FA698B64}" srcOrd="1" destOrd="0" parTransId="{9F0CFC87-BCC1-46E9-9AAF-D8C281268F35}" sibTransId="{1E1C834A-670B-4DA0-ABAA-B2867D10A8BE}"/>
    <dgm:cxn modelId="{D5D41C6B-8C42-4A0A-9917-DAE0EF2B279B}" type="presOf" srcId="{7FBE0A50-9B16-4056-82B9-5BB5FA698B64}" destId="{36150499-6EBA-41B6-B8BA-C61415A4C871}" srcOrd="0" destOrd="0" presId="urn:microsoft.com/office/officeart/2005/8/layout/process1"/>
    <dgm:cxn modelId="{D62F990A-2257-4E25-B5D0-B47BA30E1BF3}" type="presOf" srcId="{A3DBB2D1-CC01-4A92-B6F3-EA11627DB47A}" destId="{90F7222B-3F58-4C71-8E1C-9F49213C7770}" srcOrd="0" destOrd="0" presId="urn:microsoft.com/office/officeart/2005/8/layout/process1"/>
    <dgm:cxn modelId="{FE349E5A-77D5-4059-80A8-C18A0C17EC14}" srcId="{A3DBB2D1-CC01-4A92-B6F3-EA11627DB47A}" destId="{E61B8688-8E07-4065-9911-696AFC6B3296}" srcOrd="0" destOrd="0" parTransId="{7EAF3161-F4B6-4ADA-8FF6-6DAA8AB65DDD}" sibTransId="{FC0620B1-CC31-4D6D-9F5A-2E0588B22918}"/>
    <dgm:cxn modelId="{3D523F3A-55E6-4ACD-B19D-7DED5EBF74F1}" type="presOf" srcId="{6BFD7D77-8A18-49EC-A5FD-6222AD8D9A75}" destId="{2F397AED-CC88-4AA0-A80D-DEC62C4AEADF}" srcOrd="0" destOrd="0" presId="urn:microsoft.com/office/officeart/2005/8/layout/process1"/>
    <dgm:cxn modelId="{E1A9A2CB-7848-4292-94F9-5892B8FD0245}" type="presOf" srcId="{FC0620B1-CC31-4D6D-9F5A-2E0588B22918}" destId="{7D8819A9-6DD6-443A-BE3A-7016B3029A5C}" srcOrd="1" destOrd="0" presId="urn:microsoft.com/office/officeart/2005/8/layout/process1"/>
    <dgm:cxn modelId="{889867C9-970E-4FD1-828B-D6DD8EF85B40}" type="presOf" srcId="{EC5C859B-1160-43BF-B038-F23BDE19CCEC}" destId="{56C6D2AC-2798-4714-A388-42F071B894BF}" srcOrd="0" destOrd="0" presId="urn:microsoft.com/office/officeart/2005/8/layout/process1"/>
    <dgm:cxn modelId="{867D9CBC-019F-4B65-AB6B-B379579331D2}" type="presOf" srcId="{1E1C834A-670B-4DA0-ABAA-B2867D10A8BE}" destId="{A11B69C6-30F0-4060-9D05-701A1461DC5E}" srcOrd="0" destOrd="0" presId="urn:microsoft.com/office/officeart/2005/8/layout/process1"/>
    <dgm:cxn modelId="{A01EE879-50B3-4794-BB6A-D964C9447115}" type="presOf" srcId="{1E1C834A-670B-4DA0-ABAA-B2867D10A8BE}" destId="{64DA54A6-B992-4BED-AF21-F93799298578}" srcOrd="1" destOrd="0" presId="urn:microsoft.com/office/officeart/2005/8/layout/process1"/>
    <dgm:cxn modelId="{C67A1C60-2479-4492-A822-4D916DF292E2}" type="presParOf" srcId="{90F7222B-3F58-4C71-8E1C-9F49213C7770}" destId="{1F1178DF-AFF4-479F-A0CF-5A0B762CF1F2}" srcOrd="0" destOrd="0" presId="urn:microsoft.com/office/officeart/2005/8/layout/process1"/>
    <dgm:cxn modelId="{4324D90E-B915-4A2F-A3C8-26126FA6B9B9}" type="presParOf" srcId="{90F7222B-3F58-4C71-8E1C-9F49213C7770}" destId="{95DDC29C-FA0E-484B-B677-AEEB500207AC}" srcOrd="1" destOrd="0" presId="urn:microsoft.com/office/officeart/2005/8/layout/process1"/>
    <dgm:cxn modelId="{646034EF-4E55-4BD5-AE4E-5828144F60CF}" type="presParOf" srcId="{95DDC29C-FA0E-484B-B677-AEEB500207AC}" destId="{7D8819A9-6DD6-443A-BE3A-7016B3029A5C}" srcOrd="0" destOrd="0" presId="urn:microsoft.com/office/officeart/2005/8/layout/process1"/>
    <dgm:cxn modelId="{07012DCB-FF39-44DE-95D3-3D37105CF7C7}" type="presParOf" srcId="{90F7222B-3F58-4C71-8E1C-9F49213C7770}" destId="{36150499-6EBA-41B6-B8BA-C61415A4C871}" srcOrd="2" destOrd="0" presId="urn:microsoft.com/office/officeart/2005/8/layout/process1"/>
    <dgm:cxn modelId="{10B4254D-D637-4078-91AC-FDE771F0AB7F}" type="presParOf" srcId="{90F7222B-3F58-4C71-8E1C-9F49213C7770}" destId="{A11B69C6-30F0-4060-9D05-701A1461DC5E}" srcOrd="3" destOrd="0" presId="urn:microsoft.com/office/officeart/2005/8/layout/process1"/>
    <dgm:cxn modelId="{DAFD0B63-A90F-48D0-8021-2D86F336B260}" type="presParOf" srcId="{A11B69C6-30F0-4060-9D05-701A1461DC5E}" destId="{64DA54A6-B992-4BED-AF21-F93799298578}" srcOrd="0" destOrd="0" presId="urn:microsoft.com/office/officeart/2005/8/layout/process1"/>
    <dgm:cxn modelId="{1B2525AC-8E2C-4006-A3F9-8BA9A38E92DD}" type="presParOf" srcId="{90F7222B-3F58-4C71-8E1C-9F49213C7770}" destId="{661E7C91-10CC-4D8A-8E26-9BD4E7EDB044}" srcOrd="4" destOrd="0" presId="urn:microsoft.com/office/officeart/2005/8/layout/process1"/>
    <dgm:cxn modelId="{FFCF52E5-8893-4043-82D7-38C023DA0CB6}" type="presParOf" srcId="{90F7222B-3F58-4C71-8E1C-9F49213C7770}" destId="{56C6D2AC-2798-4714-A388-42F071B894BF}" srcOrd="5" destOrd="0" presId="urn:microsoft.com/office/officeart/2005/8/layout/process1"/>
    <dgm:cxn modelId="{C8E54CBD-16FA-445B-B3AA-5535BD37A28F}" type="presParOf" srcId="{56C6D2AC-2798-4714-A388-42F071B894BF}" destId="{29758920-C172-4202-B99A-B400E6D59366}" srcOrd="0" destOrd="0" presId="urn:microsoft.com/office/officeart/2005/8/layout/process1"/>
    <dgm:cxn modelId="{33D5AE5B-A791-4F7F-BAC9-BEA6ED3DF137}" type="presParOf" srcId="{90F7222B-3F58-4C71-8E1C-9F49213C7770}" destId="{2F397AED-CC88-4AA0-A80D-DEC62C4AEADF}" srcOrd="6" destOrd="0" presId="urn:microsoft.com/office/officeart/2005/8/layout/process1"/>
  </dgm:cxnLst>
  <dgm:bg>
    <a:solidFill>
      <a:schemeClr val="accent1">
        <a:lumMod val="7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58280A8-01DC-4E3C-A619-6221AA41EBFD}" type="doc">
      <dgm:prSet loTypeId="urn:microsoft.com/office/officeart/2005/8/layout/venn1" loCatId="relationship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81CB0C-C078-44B8-99AE-013C0C7EE32F}">
      <dgm:prSet/>
      <dgm:spPr/>
      <dgm:t>
        <a:bodyPr/>
        <a:lstStyle/>
        <a:p>
          <a:pPr rtl="0"/>
          <a:r>
            <a:rPr lang="en-US" b="1" smtClean="0"/>
            <a:t>📝 Core Content</a:t>
          </a:r>
          <a:endParaRPr lang="en-US"/>
        </a:p>
      </dgm:t>
    </dgm:pt>
    <dgm:pt modelId="{39205D3B-E62E-4329-8D4F-AC87AE55C334}" type="parTrans" cxnId="{1D38B069-A3AB-448D-9DB1-0F7EB7D32D3E}">
      <dgm:prSet/>
      <dgm:spPr/>
      <dgm:t>
        <a:bodyPr/>
        <a:lstStyle/>
        <a:p>
          <a:endParaRPr lang="en-US"/>
        </a:p>
      </dgm:t>
    </dgm:pt>
    <dgm:pt modelId="{3068F90F-26CA-467E-9FB1-316EECD6473A}" type="sibTrans" cxnId="{1D38B069-A3AB-448D-9DB1-0F7EB7D32D3E}">
      <dgm:prSet/>
      <dgm:spPr/>
      <dgm:t>
        <a:bodyPr/>
        <a:lstStyle/>
        <a:p>
          <a:endParaRPr lang="en-US"/>
        </a:p>
      </dgm:t>
    </dgm:pt>
    <dgm:pt modelId="{8A5612CE-A943-4A53-BAD2-F96699F24B59}">
      <dgm:prSet/>
      <dgm:spPr/>
      <dgm:t>
        <a:bodyPr/>
        <a:lstStyle/>
        <a:p>
          <a:pPr rtl="0"/>
          <a:r>
            <a:rPr lang="en-US" smtClean="0"/>
            <a:t>📖 </a:t>
          </a:r>
          <a:r>
            <a:rPr lang="en-US" b="1" smtClean="0"/>
            <a:t>Code fully documented with comments</a:t>
          </a:r>
          <a:endParaRPr lang="en-US"/>
        </a:p>
      </dgm:t>
    </dgm:pt>
    <dgm:pt modelId="{C704EE9C-10F9-4B64-940A-167F0706AE7E}" type="parTrans" cxnId="{E5001E4A-8B2E-4BE4-BECF-838EDD313F36}">
      <dgm:prSet/>
      <dgm:spPr/>
      <dgm:t>
        <a:bodyPr/>
        <a:lstStyle/>
        <a:p>
          <a:endParaRPr lang="en-US"/>
        </a:p>
      </dgm:t>
    </dgm:pt>
    <dgm:pt modelId="{135FAD34-E7D4-4A4A-AA94-252DD01991EB}" type="sibTrans" cxnId="{E5001E4A-8B2E-4BE4-BECF-838EDD313F36}">
      <dgm:prSet/>
      <dgm:spPr/>
      <dgm:t>
        <a:bodyPr/>
        <a:lstStyle/>
        <a:p>
          <a:endParaRPr lang="en-US"/>
        </a:p>
      </dgm:t>
    </dgm:pt>
    <dgm:pt modelId="{2E1BC187-BDAD-4268-9887-D7606A4B1763}">
      <dgm:prSet/>
      <dgm:spPr/>
      <dgm:t>
        <a:bodyPr/>
        <a:lstStyle/>
        <a:p>
          <a:pPr rtl="0"/>
          <a:r>
            <a:rPr lang="en-US" smtClean="0"/>
            <a:t>🗂 </a:t>
          </a:r>
          <a:r>
            <a:rPr lang="en-US" b="1" smtClean="0"/>
            <a:t>README &amp; requirements.txt created</a:t>
          </a:r>
          <a:endParaRPr lang="en-US"/>
        </a:p>
      </dgm:t>
    </dgm:pt>
    <dgm:pt modelId="{F4D20C84-B840-4E23-B73B-8A3F59139917}" type="parTrans" cxnId="{4A995CFA-E50B-4DE0-A82F-6B2DE7CFEB12}">
      <dgm:prSet/>
      <dgm:spPr/>
      <dgm:t>
        <a:bodyPr/>
        <a:lstStyle/>
        <a:p>
          <a:endParaRPr lang="en-US"/>
        </a:p>
      </dgm:t>
    </dgm:pt>
    <dgm:pt modelId="{7BACE4CB-B6D4-401D-9AAE-3AD0E40B2BE9}" type="sibTrans" cxnId="{4A995CFA-E50B-4DE0-A82F-6B2DE7CFEB12}">
      <dgm:prSet/>
      <dgm:spPr/>
      <dgm:t>
        <a:bodyPr/>
        <a:lstStyle/>
        <a:p>
          <a:endParaRPr lang="en-US"/>
        </a:p>
      </dgm:t>
    </dgm:pt>
    <dgm:pt modelId="{5A086ACF-F32E-41CC-9199-6EC5F13486ED}">
      <dgm:prSet/>
      <dgm:spPr/>
      <dgm:t>
        <a:bodyPr/>
        <a:lstStyle/>
        <a:p>
          <a:pPr rtl="0"/>
          <a:r>
            <a:rPr lang="en-US" smtClean="0"/>
            <a:t>🏗 </a:t>
          </a:r>
          <a:r>
            <a:rPr lang="en-US" b="1" smtClean="0"/>
            <a:t>Project structure cleaned for deployment</a:t>
          </a:r>
          <a:endParaRPr lang="en-US"/>
        </a:p>
      </dgm:t>
    </dgm:pt>
    <dgm:pt modelId="{197488B5-AB24-4A04-AA53-4D2484EE546C}" type="parTrans" cxnId="{EE823A9B-A770-4E5C-A5A4-8A28C1CA6A0D}">
      <dgm:prSet/>
      <dgm:spPr/>
      <dgm:t>
        <a:bodyPr/>
        <a:lstStyle/>
        <a:p>
          <a:endParaRPr lang="en-US"/>
        </a:p>
      </dgm:t>
    </dgm:pt>
    <dgm:pt modelId="{739ADA9F-D5BA-40B4-9F22-E4F6AA56DF30}" type="sibTrans" cxnId="{EE823A9B-A770-4E5C-A5A4-8A28C1CA6A0D}">
      <dgm:prSet/>
      <dgm:spPr/>
      <dgm:t>
        <a:bodyPr/>
        <a:lstStyle/>
        <a:p>
          <a:endParaRPr lang="en-US"/>
        </a:p>
      </dgm:t>
    </dgm:pt>
    <dgm:pt modelId="{4126CDC3-2E68-41BD-A7A0-F026D486BC0A}">
      <dgm:prSet/>
      <dgm:spPr/>
      <dgm:t>
        <a:bodyPr/>
        <a:lstStyle/>
        <a:p>
          <a:pPr rtl="0"/>
          <a:r>
            <a:rPr lang="en-US" smtClean="0"/>
            <a:t>🚀 </a:t>
          </a:r>
          <a:r>
            <a:rPr lang="en-US" b="1" smtClean="0"/>
            <a:t>Ready for real-world use</a:t>
          </a:r>
          <a:endParaRPr lang="en-US"/>
        </a:p>
      </dgm:t>
    </dgm:pt>
    <dgm:pt modelId="{913FE4D5-7067-4771-BB0C-8D17F1810E3B}" type="parTrans" cxnId="{4EDB133B-19BB-4733-B868-1F39FFC6C4CF}">
      <dgm:prSet/>
      <dgm:spPr/>
      <dgm:t>
        <a:bodyPr/>
        <a:lstStyle/>
        <a:p>
          <a:endParaRPr lang="en-US"/>
        </a:p>
      </dgm:t>
    </dgm:pt>
    <dgm:pt modelId="{A9AC9B41-7714-4745-A51E-FE564936BDD5}" type="sibTrans" cxnId="{4EDB133B-19BB-4733-B868-1F39FFC6C4CF}">
      <dgm:prSet/>
      <dgm:spPr/>
      <dgm:t>
        <a:bodyPr/>
        <a:lstStyle/>
        <a:p>
          <a:endParaRPr lang="en-US"/>
        </a:p>
      </dgm:t>
    </dgm:pt>
    <dgm:pt modelId="{947EDB91-D6B0-4AC0-A248-B0EBED4BEDEB}" type="pres">
      <dgm:prSet presAssocID="{258280A8-01DC-4E3C-A619-6221AA41EBFD}" presName="compositeShape" presStyleCnt="0">
        <dgm:presLayoutVars>
          <dgm:chMax val="7"/>
          <dgm:dir/>
          <dgm:resizeHandles val="exact"/>
        </dgm:presLayoutVars>
      </dgm:prSet>
      <dgm:spPr/>
    </dgm:pt>
    <dgm:pt modelId="{9B5A02F6-4F27-4C9F-A37A-F11E76063C65}" type="pres">
      <dgm:prSet presAssocID="{7681CB0C-C078-44B8-99AE-013C0C7EE32F}" presName="circ1" presStyleLbl="vennNode1" presStyleIdx="0" presStyleCnt="5"/>
      <dgm:spPr/>
    </dgm:pt>
    <dgm:pt modelId="{CC47E944-DBB3-4021-B449-8782CF251D1A}" type="pres">
      <dgm:prSet presAssocID="{7681CB0C-C078-44B8-99AE-013C0C7EE32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95ED088-D340-41E3-BF5C-0AD5D7F19725}" type="pres">
      <dgm:prSet presAssocID="{8A5612CE-A943-4A53-BAD2-F96699F24B59}" presName="circ2" presStyleLbl="vennNode1" presStyleIdx="1" presStyleCnt="5"/>
      <dgm:spPr/>
    </dgm:pt>
    <dgm:pt modelId="{9398B254-D1C2-4BDD-88E0-CD942FB0AACB}" type="pres">
      <dgm:prSet presAssocID="{8A5612CE-A943-4A53-BAD2-F96699F24B59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A90F7E-3BB6-40B5-B398-B1BA264C4CAA}" type="pres">
      <dgm:prSet presAssocID="{2E1BC187-BDAD-4268-9887-D7606A4B1763}" presName="circ3" presStyleLbl="vennNode1" presStyleIdx="2" presStyleCnt="5"/>
      <dgm:spPr/>
    </dgm:pt>
    <dgm:pt modelId="{E3F83754-77D1-4557-89AD-9C837A71FF5D}" type="pres">
      <dgm:prSet presAssocID="{2E1BC187-BDAD-4268-9887-D7606A4B1763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4BAE4DE-277F-4D5B-B562-6A732C81A083}" type="pres">
      <dgm:prSet presAssocID="{5A086ACF-F32E-41CC-9199-6EC5F13486ED}" presName="circ4" presStyleLbl="vennNode1" presStyleIdx="3" presStyleCnt="5"/>
      <dgm:spPr/>
    </dgm:pt>
    <dgm:pt modelId="{B13F9668-66A9-43CE-9099-B683DD972D3B}" type="pres">
      <dgm:prSet presAssocID="{5A086ACF-F32E-41CC-9199-6EC5F13486ED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BBC70DB-2E15-49E6-B608-5C800E5B061F}" type="pres">
      <dgm:prSet presAssocID="{4126CDC3-2E68-41BD-A7A0-F026D486BC0A}" presName="circ5" presStyleLbl="vennNode1" presStyleIdx="4" presStyleCnt="5"/>
      <dgm:spPr/>
    </dgm:pt>
    <dgm:pt modelId="{2C5FDE67-F4C6-40F4-81D6-2D71E6A2F339}" type="pres">
      <dgm:prSet presAssocID="{4126CDC3-2E68-41BD-A7A0-F026D486BC0A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A995CFA-E50B-4DE0-A82F-6B2DE7CFEB12}" srcId="{258280A8-01DC-4E3C-A619-6221AA41EBFD}" destId="{2E1BC187-BDAD-4268-9887-D7606A4B1763}" srcOrd="2" destOrd="0" parTransId="{F4D20C84-B840-4E23-B73B-8A3F59139917}" sibTransId="{7BACE4CB-B6D4-401D-9AAE-3AD0E40B2BE9}"/>
    <dgm:cxn modelId="{E3C04D56-1FD1-484A-823F-353EDBFC83BD}" type="presOf" srcId="{258280A8-01DC-4E3C-A619-6221AA41EBFD}" destId="{947EDB91-D6B0-4AC0-A248-B0EBED4BEDEB}" srcOrd="0" destOrd="0" presId="urn:microsoft.com/office/officeart/2005/8/layout/venn1"/>
    <dgm:cxn modelId="{05D95FB6-BAA3-4DAA-A8E1-E3421A433B8C}" type="presOf" srcId="{8A5612CE-A943-4A53-BAD2-F96699F24B59}" destId="{9398B254-D1C2-4BDD-88E0-CD942FB0AACB}" srcOrd="0" destOrd="0" presId="urn:microsoft.com/office/officeart/2005/8/layout/venn1"/>
    <dgm:cxn modelId="{1D38B069-A3AB-448D-9DB1-0F7EB7D32D3E}" srcId="{258280A8-01DC-4E3C-A619-6221AA41EBFD}" destId="{7681CB0C-C078-44B8-99AE-013C0C7EE32F}" srcOrd="0" destOrd="0" parTransId="{39205D3B-E62E-4329-8D4F-AC87AE55C334}" sibTransId="{3068F90F-26CA-467E-9FB1-316EECD6473A}"/>
    <dgm:cxn modelId="{CFC2AC45-0576-4664-9952-FC38120BCD33}" type="presOf" srcId="{4126CDC3-2E68-41BD-A7A0-F026D486BC0A}" destId="{2C5FDE67-F4C6-40F4-81D6-2D71E6A2F339}" srcOrd="0" destOrd="0" presId="urn:microsoft.com/office/officeart/2005/8/layout/venn1"/>
    <dgm:cxn modelId="{A342CBA9-7DAE-4BC9-9A5B-C2E64DC7DFD8}" type="presOf" srcId="{7681CB0C-C078-44B8-99AE-013C0C7EE32F}" destId="{CC47E944-DBB3-4021-B449-8782CF251D1A}" srcOrd="0" destOrd="0" presId="urn:microsoft.com/office/officeart/2005/8/layout/venn1"/>
    <dgm:cxn modelId="{4EDB133B-19BB-4733-B868-1F39FFC6C4CF}" srcId="{258280A8-01DC-4E3C-A619-6221AA41EBFD}" destId="{4126CDC3-2E68-41BD-A7A0-F026D486BC0A}" srcOrd="4" destOrd="0" parTransId="{913FE4D5-7067-4771-BB0C-8D17F1810E3B}" sibTransId="{A9AC9B41-7714-4745-A51E-FE564936BDD5}"/>
    <dgm:cxn modelId="{BBF23532-8A4C-430F-8560-29D891AB0658}" type="presOf" srcId="{2E1BC187-BDAD-4268-9887-D7606A4B1763}" destId="{E3F83754-77D1-4557-89AD-9C837A71FF5D}" srcOrd="0" destOrd="0" presId="urn:microsoft.com/office/officeart/2005/8/layout/venn1"/>
    <dgm:cxn modelId="{E5001E4A-8B2E-4BE4-BECF-838EDD313F36}" srcId="{258280A8-01DC-4E3C-A619-6221AA41EBFD}" destId="{8A5612CE-A943-4A53-BAD2-F96699F24B59}" srcOrd="1" destOrd="0" parTransId="{C704EE9C-10F9-4B64-940A-167F0706AE7E}" sibTransId="{135FAD34-E7D4-4A4A-AA94-252DD01991EB}"/>
    <dgm:cxn modelId="{EE823A9B-A770-4E5C-A5A4-8A28C1CA6A0D}" srcId="{258280A8-01DC-4E3C-A619-6221AA41EBFD}" destId="{5A086ACF-F32E-41CC-9199-6EC5F13486ED}" srcOrd="3" destOrd="0" parTransId="{197488B5-AB24-4A04-AA53-4D2484EE546C}" sibTransId="{739ADA9F-D5BA-40B4-9F22-E4F6AA56DF30}"/>
    <dgm:cxn modelId="{51423A70-B42A-4DC6-ABF5-B642DF27D5CF}" type="presOf" srcId="{5A086ACF-F32E-41CC-9199-6EC5F13486ED}" destId="{B13F9668-66A9-43CE-9099-B683DD972D3B}" srcOrd="0" destOrd="0" presId="urn:microsoft.com/office/officeart/2005/8/layout/venn1"/>
    <dgm:cxn modelId="{9FD3A1A9-0D89-43E7-8D40-2952A890F8F9}" type="presParOf" srcId="{947EDB91-D6B0-4AC0-A248-B0EBED4BEDEB}" destId="{9B5A02F6-4F27-4C9F-A37A-F11E76063C65}" srcOrd="0" destOrd="0" presId="urn:microsoft.com/office/officeart/2005/8/layout/venn1"/>
    <dgm:cxn modelId="{A5A28E27-DE80-4E9F-8792-0FDAD6686F21}" type="presParOf" srcId="{947EDB91-D6B0-4AC0-A248-B0EBED4BEDEB}" destId="{CC47E944-DBB3-4021-B449-8782CF251D1A}" srcOrd="1" destOrd="0" presId="urn:microsoft.com/office/officeart/2005/8/layout/venn1"/>
    <dgm:cxn modelId="{CBE242F0-957B-4023-BF34-6E97921460B3}" type="presParOf" srcId="{947EDB91-D6B0-4AC0-A248-B0EBED4BEDEB}" destId="{F95ED088-D340-41E3-BF5C-0AD5D7F19725}" srcOrd="2" destOrd="0" presId="urn:microsoft.com/office/officeart/2005/8/layout/venn1"/>
    <dgm:cxn modelId="{359F1593-FACA-4701-8106-C2A8B7CA9F1B}" type="presParOf" srcId="{947EDB91-D6B0-4AC0-A248-B0EBED4BEDEB}" destId="{9398B254-D1C2-4BDD-88E0-CD942FB0AACB}" srcOrd="3" destOrd="0" presId="urn:microsoft.com/office/officeart/2005/8/layout/venn1"/>
    <dgm:cxn modelId="{DA3C876C-CDE9-4688-B24C-343B1A46616E}" type="presParOf" srcId="{947EDB91-D6B0-4AC0-A248-B0EBED4BEDEB}" destId="{C7A90F7E-3BB6-40B5-B398-B1BA264C4CAA}" srcOrd="4" destOrd="0" presId="urn:microsoft.com/office/officeart/2005/8/layout/venn1"/>
    <dgm:cxn modelId="{0E2DC2EF-D7B6-48A1-8CFB-52922F77BEED}" type="presParOf" srcId="{947EDB91-D6B0-4AC0-A248-B0EBED4BEDEB}" destId="{E3F83754-77D1-4557-89AD-9C837A71FF5D}" srcOrd="5" destOrd="0" presId="urn:microsoft.com/office/officeart/2005/8/layout/venn1"/>
    <dgm:cxn modelId="{972AD2B4-17FD-4137-B92D-04143A2A1DB0}" type="presParOf" srcId="{947EDB91-D6B0-4AC0-A248-B0EBED4BEDEB}" destId="{04BAE4DE-277F-4D5B-B562-6A732C81A083}" srcOrd="6" destOrd="0" presId="urn:microsoft.com/office/officeart/2005/8/layout/venn1"/>
    <dgm:cxn modelId="{B6C78A2E-9F77-41AA-A7A1-9D2EFC88166C}" type="presParOf" srcId="{947EDB91-D6B0-4AC0-A248-B0EBED4BEDEB}" destId="{B13F9668-66A9-43CE-9099-B683DD972D3B}" srcOrd="7" destOrd="0" presId="urn:microsoft.com/office/officeart/2005/8/layout/venn1"/>
    <dgm:cxn modelId="{15CD0539-1D90-4CC0-A6F5-3ABF7D67CBA6}" type="presParOf" srcId="{947EDB91-D6B0-4AC0-A248-B0EBED4BEDEB}" destId="{9BBC70DB-2E15-49E6-B608-5C800E5B061F}" srcOrd="8" destOrd="0" presId="urn:microsoft.com/office/officeart/2005/8/layout/venn1"/>
    <dgm:cxn modelId="{445BF304-1B35-498B-92A9-E8FD42529230}" type="presParOf" srcId="{947EDB91-D6B0-4AC0-A248-B0EBED4BEDEB}" destId="{2C5FDE67-F4C6-40F4-81D6-2D71E6A2F339}" srcOrd="9" destOrd="0" presId="urn:microsoft.com/office/officeart/2005/8/layout/venn1"/>
  </dgm:cxnLst>
  <dgm:bg>
    <a:solidFill>
      <a:schemeClr val="accent2">
        <a:lumMod val="7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D8FA25D-AE6D-43C2-84F1-53C05B0CED1B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7188E2-A504-436C-96D9-B1D85D373651}">
      <dgm:prSet/>
      <dgm:spPr/>
      <dgm:t>
        <a:bodyPr/>
        <a:lstStyle/>
        <a:p>
          <a:pPr rtl="0"/>
          <a:r>
            <a:rPr lang="en-US" b="1" smtClean="0"/>
            <a:t>🌟 Planned Features</a:t>
          </a:r>
          <a:endParaRPr lang="en-US"/>
        </a:p>
      </dgm:t>
    </dgm:pt>
    <dgm:pt modelId="{638941FF-D0EC-401D-8CE1-1AE494C393EC}" type="parTrans" cxnId="{361F8EF5-FC9A-4E43-8045-C2247FB1FF49}">
      <dgm:prSet/>
      <dgm:spPr/>
      <dgm:t>
        <a:bodyPr/>
        <a:lstStyle/>
        <a:p>
          <a:endParaRPr lang="en-US"/>
        </a:p>
      </dgm:t>
    </dgm:pt>
    <dgm:pt modelId="{B0AFA5EB-FF03-4B10-ADB7-875595E48010}" type="sibTrans" cxnId="{361F8EF5-FC9A-4E43-8045-C2247FB1FF49}">
      <dgm:prSet/>
      <dgm:spPr/>
      <dgm:t>
        <a:bodyPr/>
        <a:lstStyle/>
        <a:p>
          <a:endParaRPr lang="en-US"/>
        </a:p>
      </dgm:t>
    </dgm:pt>
    <dgm:pt modelId="{2AB63DBD-E271-4039-A67A-5D48FA13C699}">
      <dgm:prSet/>
      <dgm:spPr/>
      <dgm:t>
        <a:bodyPr/>
        <a:lstStyle/>
        <a:p>
          <a:pPr rtl="0"/>
          <a:r>
            <a:rPr lang="en-US" smtClean="0"/>
            <a:t>🔐 </a:t>
          </a:r>
          <a:r>
            <a:rPr lang="en-US" b="1" smtClean="0"/>
            <a:t>User Authentication</a:t>
          </a:r>
          <a:r>
            <a:rPr lang="en-US" smtClean="0"/>
            <a:t> → secure access to authorized users</a:t>
          </a:r>
          <a:endParaRPr lang="en-US"/>
        </a:p>
      </dgm:t>
    </dgm:pt>
    <dgm:pt modelId="{D1BD8759-5658-435C-9DCF-F93A68851587}" type="parTrans" cxnId="{B086BA5E-846C-4DE1-82B1-9D4D416378C2}">
      <dgm:prSet/>
      <dgm:spPr/>
      <dgm:t>
        <a:bodyPr/>
        <a:lstStyle/>
        <a:p>
          <a:endParaRPr lang="en-US"/>
        </a:p>
      </dgm:t>
    </dgm:pt>
    <dgm:pt modelId="{B283EC88-CC79-4410-BA70-155E19E402F8}" type="sibTrans" cxnId="{B086BA5E-846C-4DE1-82B1-9D4D416378C2}">
      <dgm:prSet/>
      <dgm:spPr/>
      <dgm:t>
        <a:bodyPr/>
        <a:lstStyle/>
        <a:p>
          <a:endParaRPr lang="en-US"/>
        </a:p>
      </dgm:t>
    </dgm:pt>
    <dgm:pt modelId="{9BC96758-A38A-4153-898C-B2FDBEAE91B3}">
      <dgm:prSet/>
      <dgm:spPr/>
      <dgm:t>
        <a:bodyPr/>
        <a:lstStyle/>
        <a:p>
          <a:pPr rtl="0"/>
          <a:r>
            <a:rPr lang="en-US" smtClean="0"/>
            <a:t>🎨 </a:t>
          </a:r>
          <a:r>
            <a:rPr lang="en-US" b="1" smtClean="0"/>
            <a:t>Better UI/UX</a:t>
          </a:r>
          <a:r>
            <a:rPr lang="en-US" smtClean="0"/>
            <a:t> → interactive Streamlit widgets, cleaner dashboards</a:t>
          </a:r>
          <a:endParaRPr lang="en-US"/>
        </a:p>
      </dgm:t>
    </dgm:pt>
    <dgm:pt modelId="{A6A54DE0-5BEB-4095-933F-E471CBDC11BE}" type="parTrans" cxnId="{90B0A225-BFA4-4EE0-BD3E-89902D9AA4EF}">
      <dgm:prSet/>
      <dgm:spPr/>
      <dgm:t>
        <a:bodyPr/>
        <a:lstStyle/>
        <a:p>
          <a:endParaRPr lang="en-US"/>
        </a:p>
      </dgm:t>
    </dgm:pt>
    <dgm:pt modelId="{4F106DF7-F7EA-4867-B13E-A647411CDE35}" type="sibTrans" cxnId="{90B0A225-BFA4-4EE0-BD3E-89902D9AA4EF}">
      <dgm:prSet/>
      <dgm:spPr/>
      <dgm:t>
        <a:bodyPr/>
        <a:lstStyle/>
        <a:p>
          <a:endParaRPr lang="en-US"/>
        </a:p>
      </dgm:t>
    </dgm:pt>
    <dgm:pt modelId="{4571CEF2-CF55-4E67-AE00-DB41076D0D76}">
      <dgm:prSet/>
      <dgm:spPr/>
      <dgm:t>
        <a:bodyPr/>
        <a:lstStyle/>
        <a:p>
          <a:pPr rtl="0"/>
          <a:r>
            <a:rPr lang="en-US" smtClean="0"/>
            <a:t>📜 </a:t>
          </a:r>
          <a:r>
            <a:rPr lang="en-US" b="1" smtClean="0"/>
            <a:t>Query History &amp; Export Options</a:t>
          </a:r>
          <a:r>
            <a:rPr lang="en-US" smtClean="0"/>
            <a:t> → save past searches, download insights</a:t>
          </a:r>
          <a:endParaRPr lang="en-US"/>
        </a:p>
      </dgm:t>
    </dgm:pt>
    <dgm:pt modelId="{361006A0-E1E8-4751-84F8-2F088B7EBD55}" type="parTrans" cxnId="{0272F512-1C70-4D66-AE4A-E818984A0CF0}">
      <dgm:prSet/>
      <dgm:spPr/>
      <dgm:t>
        <a:bodyPr/>
        <a:lstStyle/>
        <a:p>
          <a:endParaRPr lang="en-US"/>
        </a:p>
      </dgm:t>
    </dgm:pt>
    <dgm:pt modelId="{F2BA6FB6-A472-4B5B-8535-FB8974B7CB4B}" type="sibTrans" cxnId="{0272F512-1C70-4D66-AE4A-E818984A0CF0}">
      <dgm:prSet/>
      <dgm:spPr/>
      <dgm:t>
        <a:bodyPr/>
        <a:lstStyle/>
        <a:p>
          <a:endParaRPr lang="en-US"/>
        </a:p>
      </dgm:t>
    </dgm:pt>
    <dgm:pt modelId="{329C1DC8-4323-4488-8928-A1BAC8629154}">
      <dgm:prSet/>
      <dgm:spPr/>
      <dgm:t>
        <a:bodyPr/>
        <a:lstStyle/>
        <a:p>
          <a:pPr rtl="0"/>
          <a:r>
            <a:rPr lang="en-US" smtClean="0"/>
            <a:t>📊 </a:t>
          </a:r>
          <a:r>
            <a:rPr lang="en-US" b="1" smtClean="0"/>
            <a:t>Analytics Dashboard</a:t>
          </a:r>
          <a:r>
            <a:rPr lang="en-US" smtClean="0"/>
            <a:t> → visualize sentiment trends &amp; article stats</a:t>
          </a:r>
          <a:endParaRPr lang="en-US"/>
        </a:p>
      </dgm:t>
    </dgm:pt>
    <dgm:pt modelId="{1884EEB8-3462-41B3-95F5-17B4800674DC}" type="parTrans" cxnId="{7043B71C-C91D-4C8B-9ED3-5080B57EB520}">
      <dgm:prSet/>
      <dgm:spPr/>
      <dgm:t>
        <a:bodyPr/>
        <a:lstStyle/>
        <a:p>
          <a:endParaRPr lang="en-US"/>
        </a:p>
      </dgm:t>
    </dgm:pt>
    <dgm:pt modelId="{13AEFB4D-A5E5-4DC9-91D0-BC029200B7FA}" type="sibTrans" cxnId="{7043B71C-C91D-4C8B-9ED3-5080B57EB520}">
      <dgm:prSet/>
      <dgm:spPr/>
      <dgm:t>
        <a:bodyPr/>
        <a:lstStyle/>
        <a:p>
          <a:endParaRPr lang="en-US"/>
        </a:p>
      </dgm:t>
    </dgm:pt>
    <dgm:pt modelId="{DEBDDE56-FA99-4C9C-84DF-E55AFA1271B7}" type="pres">
      <dgm:prSet presAssocID="{9D8FA25D-AE6D-43C2-84F1-53C05B0CED1B}" presName="cycle" presStyleCnt="0">
        <dgm:presLayoutVars>
          <dgm:dir/>
          <dgm:resizeHandles val="exact"/>
        </dgm:presLayoutVars>
      </dgm:prSet>
      <dgm:spPr/>
    </dgm:pt>
    <dgm:pt modelId="{A6991458-362D-48AE-8A7F-611309A2FB04}" type="pres">
      <dgm:prSet presAssocID="{A37188E2-A504-436C-96D9-B1D85D373651}" presName="node" presStyleLbl="node1" presStyleIdx="0" presStyleCnt="5">
        <dgm:presLayoutVars>
          <dgm:bulletEnabled val="1"/>
        </dgm:presLayoutVars>
      </dgm:prSet>
      <dgm:spPr/>
    </dgm:pt>
    <dgm:pt modelId="{98653B54-FA3E-45B4-B048-2441D53CBCF2}" type="pres">
      <dgm:prSet presAssocID="{B0AFA5EB-FF03-4B10-ADB7-875595E48010}" presName="sibTrans" presStyleLbl="sibTrans2D1" presStyleIdx="0" presStyleCnt="5"/>
      <dgm:spPr/>
    </dgm:pt>
    <dgm:pt modelId="{C27E8C76-3016-463D-A19C-6BB5DF9399BB}" type="pres">
      <dgm:prSet presAssocID="{B0AFA5EB-FF03-4B10-ADB7-875595E48010}" presName="connectorText" presStyleLbl="sibTrans2D1" presStyleIdx="0" presStyleCnt="5"/>
      <dgm:spPr/>
    </dgm:pt>
    <dgm:pt modelId="{AE2635C3-C831-464D-8F52-AC67CFACE53A}" type="pres">
      <dgm:prSet presAssocID="{2AB63DBD-E271-4039-A67A-5D48FA13C699}" presName="node" presStyleLbl="node1" presStyleIdx="1" presStyleCnt="5">
        <dgm:presLayoutVars>
          <dgm:bulletEnabled val="1"/>
        </dgm:presLayoutVars>
      </dgm:prSet>
      <dgm:spPr/>
    </dgm:pt>
    <dgm:pt modelId="{5CB4DCB5-B8BC-478D-986C-D56C2E3F63C1}" type="pres">
      <dgm:prSet presAssocID="{B283EC88-CC79-4410-BA70-155E19E402F8}" presName="sibTrans" presStyleLbl="sibTrans2D1" presStyleIdx="1" presStyleCnt="5"/>
      <dgm:spPr/>
    </dgm:pt>
    <dgm:pt modelId="{B2E0533B-71EB-4A2D-B1B0-CC217DBE05A4}" type="pres">
      <dgm:prSet presAssocID="{B283EC88-CC79-4410-BA70-155E19E402F8}" presName="connectorText" presStyleLbl="sibTrans2D1" presStyleIdx="1" presStyleCnt="5"/>
      <dgm:spPr/>
    </dgm:pt>
    <dgm:pt modelId="{7C7207FC-4D07-4CB1-ADC7-0D45BF28D2F8}" type="pres">
      <dgm:prSet presAssocID="{9BC96758-A38A-4153-898C-B2FDBEAE91B3}" presName="node" presStyleLbl="node1" presStyleIdx="2" presStyleCnt="5">
        <dgm:presLayoutVars>
          <dgm:bulletEnabled val="1"/>
        </dgm:presLayoutVars>
      </dgm:prSet>
      <dgm:spPr/>
    </dgm:pt>
    <dgm:pt modelId="{E3FFF4DB-A23E-41D5-A883-EF66C840791A}" type="pres">
      <dgm:prSet presAssocID="{4F106DF7-F7EA-4867-B13E-A647411CDE35}" presName="sibTrans" presStyleLbl="sibTrans2D1" presStyleIdx="2" presStyleCnt="5"/>
      <dgm:spPr/>
    </dgm:pt>
    <dgm:pt modelId="{18639836-B4DD-47E1-B2BA-C953F9E12246}" type="pres">
      <dgm:prSet presAssocID="{4F106DF7-F7EA-4867-B13E-A647411CDE35}" presName="connectorText" presStyleLbl="sibTrans2D1" presStyleIdx="2" presStyleCnt="5"/>
      <dgm:spPr/>
    </dgm:pt>
    <dgm:pt modelId="{58FDE884-BF8B-480B-9098-1231772216DC}" type="pres">
      <dgm:prSet presAssocID="{4571CEF2-CF55-4E67-AE00-DB41076D0D76}" presName="node" presStyleLbl="node1" presStyleIdx="3" presStyleCnt="5">
        <dgm:presLayoutVars>
          <dgm:bulletEnabled val="1"/>
        </dgm:presLayoutVars>
      </dgm:prSet>
      <dgm:spPr/>
    </dgm:pt>
    <dgm:pt modelId="{3A2D9FD8-C576-4B3E-9552-886A38EF3C1D}" type="pres">
      <dgm:prSet presAssocID="{F2BA6FB6-A472-4B5B-8535-FB8974B7CB4B}" presName="sibTrans" presStyleLbl="sibTrans2D1" presStyleIdx="3" presStyleCnt="5"/>
      <dgm:spPr/>
    </dgm:pt>
    <dgm:pt modelId="{90A688DB-3181-41B2-99CD-07786E3D083D}" type="pres">
      <dgm:prSet presAssocID="{F2BA6FB6-A472-4B5B-8535-FB8974B7CB4B}" presName="connectorText" presStyleLbl="sibTrans2D1" presStyleIdx="3" presStyleCnt="5"/>
      <dgm:spPr/>
    </dgm:pt>
    <dgm:pt modelId="{4FAA0842-0D13-4812-B195-53F9708F9DA8}" type="pres">
      <dgm:prSet presAssocID="{329C1DC8-4323-4488-8928-A1BAC8629154}" presName="node" presStyleLbl="node1" presStyleIdx="4" presStyleCnt="5">
        <dgm:presLayoutVars>
          <dgm:bulletEnabled val="1"/>
        </dgm:presLayoutVars>
      </dgm:prSet>
      <dgm:spPr/>
    </dgm:pt>
    <dgm:pt modelId="{EEB4D2F7-FC4D-4014-B62C-CF9D2486309B}" type="pres">
      <dgm:prSet presAssocID="{13AEFB4D-A5E5-4DC9-91D0-BC029200B7FA}" presName="sibTrans" presStyleLbl="sibTrans2D1" presStyleIdx="4" presStyleCnt="5"/>
      <dgm:spPr/>
    </dgm:pt>
    <dgm:pt modelId="{40ACDE82-1006-4048-B703-271969DD1C3D}" type="pres">
      <dgm:prSet presAssocID="{13AEFB4D-A5E5-4DC9-91D0-BC029200B7FA}" presName="connectorText" presStyleLbl="sibTrans2D1" presStyleIdx="4" presStyleCnt="5"/>
      <dgm:spPr/>
    </dgm:pt>
  </dgm:ptLst>
  <dgm:cxnLst>
    <dgm:cxn modelId="{F00D4012-2A6E-40F9-8BAA-A22B04DBD785}" type="presOf" srcId="{9D8FA25D-AE6D-43C2-84F1-53C05B0CED1B}" destId="{DEBDDE56-FA99-4C9C-84DF-E55AFA1271B7}" srcOrd="0" destOrd="0" presId="urn:microsoft.com/office/officeart/2005/8/layout/cycle2"/>
    <dgm:cxn modelId="{0272F512-1C70-4D66-AE4A-E818984A0CF0}" srcId="{9D8FA25D-AE6D-43C2-84F1-53C05B0CED1B}" destId="{4571CEF2-CF55-4E67-AE00-DB41076D0D76}" srcOrd="3" destOrd="0" parTransId="{361006A0-E1E8-4751-84F8-2F088B7EBD55}" sibTransId="{F2BA6FB6-A472-4B5B-8535-FB8974B7CB4B}"/>
    <dgm:cxn modelId="{5009604C-F733-4015-B32A-408F63692014}" type="presOf" srcId="{F2BA6FB6-A472-4B5B-8535-FB8974B7CB4B}" destId="{90A688DB-3181-41B2-99CD-07786E3D083D}" srcOrd="1" destOrd="0" presId="urn:microsoft.com/office/officeart/2005/8/layout/cycle2"/>
    <dgm:cxn modelId="{E2C5CE6E-16B8-4B0B-9E6A-58A02FC8BCB6}" type="presOf" srcId="{4F106DF7-F7EA-4867-B13E-A647411CDE35}" destId="{E3FFF4DB-A23E-41D5-A883-EF66C840791A}" srcOrd="0" destOrd="0" presId="urn:microsoft.com/office/officeart/2005/8/layout/cycle2"/>
    <dgm:cxn modelId="{B086BA5E-846C-4DE1-82B1-9D4D416378C2}" srcId="{9D8FA25D-AE6D-43C2-84F1-53C05B0CED1B}" destId="{2AB63DBD-E271-4039-A67A-5D48FA13C699}" srcOrd="1" destOrd="0" parTransId="{D1BD8759-5658-435C-9DCF-F93A68851587}" sibTransId="{B283EC88-CC79-4410-BA70-155E19E402F8}"/>
    <dgm:cxn modelId="{3C46F0B1-01A4-427E-A413-C8AF2268C527}" type="presOf" srcId="{4571CEF2-CF55-4E67-AE00-DB41076D0D76}" destId="{58FDE884-BF8B-480B-9098-1231772216DC}" srcOrd="0" destOrd="0" presId="urn:microsoft.com/office/officeart/2005/8/layout/cycle2"/>
    <dgm:cxn modelId="{9E94E1E9-9F20-4EC1-A94E-9A7F399FF01B}" type="presOf" srcId="{329C1DC8-4323-4488-8928-A1BAC8629154}" destId="{4FAA0842-0D13-4812-B195-53F9708F9DA8}" srcOrd="0" destOrd="0" presId="urn:microsoft.com/office/officeart/2005/8/layout/cycle2"/>
    <dgm:cxn modelId="{BF7E39D0-89EE-48C4-8C01-9D6EB5F06879}" type="presOf" srcId="{B283EC88-CC79-4410-BA70-155E19E402F8}" destId="{B2E0533B-71EB-4A2D-B1B0-CC217DBE05A4}" srcOrd="1" destOrd="0" presId="urn:microsoft.com/office/officeart/2005/8/layout/cycle2"/>
    <dgm:cxn modelId="{DE8B3A40-194B-496B-86A6-D8498256FE52}" type="presOf" srcId="{B0AFA5EB-FF03-4B10-ADB7-875595E48010}" destId="{98653B54-FA3E-45B4-B048-2441D53CBCF2}" srcOrd="0" destOrd="0" presId="urn:microsoft.com/office/officeart/2005/8/layout/cycle2"/>
    <dgm:cxn modelId="{AE68D75F-22F8-45F6-9101-93C803680D8F}" type="presOf" srcId="{9BC96758-A38A-4153-898C-B2FDBEAE91B3}" destId="{7C7207FC-4D07-4CB1-ADC7-0D45BF28D2F8}" srcOrd="0" destOrd="0" presId="urn:microsoft.com/office/officeart/2005/8/layout/cycle2"/>
    <dgm:cxn modelId="{CAE90E03-3A9C-41C8-B9BF-99E9A345AB8A}" type="presOf" srcId="{4F106DF7-F7EA-4867-B13E-A647411CDE35}" destId="{18639836-B4DD-47E1-B2BA-C953F9E12246}" srcOrd="1" destOrd="0" presId="urn:microsoft.com/office/officeart/2005/8/layout/cycle2"/>
    <dgm:cxn modelId="{7043B71C-C91D-4C8B-9ED3-5080B57EB520}" srcId="{9D8FA25D-AE6D-43C2-84F1-53C05B0CED1B}" destId="{329C1DC8-4323-4488-8928-A1BAC8629154}" srcOrd="4" destOrd="0" parTransId="{1884EEB8-3462-41B3-95F5-17B4800674DC}" sibTransId="{13AEFB4D-A5E5-4DC9-91D0-BC029200B7FA}"/>
    <dgm:cxn modelId="{466595DD-F27F-4840-A501-190A1017E015}" type="presOf" srcId="{B0AFA5EB-FF03-4B10-ADB7-875595E48010}" destId="{C27E8C76-3016-463D-A19C-6BB5DF9399BB}" srcOrd="1" destOrd="0" presId="urn:microsoft.com/office/officeart/2005/8/layout/cycle2"/>
    <dgm:cxn modelId="{40C70A14-4A9C-4C52-835D-DC21E2B1421B}" type="presOf" srcId="{B283EC88-CC79-4410-BA70-155E19E402F8}" destId="{5CB4DCB5-B8BC-478D-986C-D56C2E3F63C1}" srcOrd="0" destOrd="0" presId="urn:microsoft.com/office/officeart/2005/8/layout/cycle2"/>
    <dgm:cxn modelId="{21551E0F-F41C-48CE-9B8A-690AE17476B1}" type="presOf" srcId="{F2BA6FB6-A472-4B5B-8535-FB8974B7CB4B}" destId="{3A2D9FD8-C576-4B3E-9552-886A38EF3C1D}" srcOrd="0" destOrd="0" presId="urn:microsoft.com/office/officeart/2005/8/layout/cycle2"/>
    <dgm:cxn modelId="{2DB831E5-3A9D-47BA-A45D-3846697CDB61}" type="presOf" srcId="{A37188E2-A504-436C-96D9-B1D85D373651}" destId="{A6991458-362D-48AE-8A7F-611309A2FB04}" srcOrd="0" destOrd="0" presId="urn:microsoft.com/office/officeart/2005/8/layout/cycle2"/>
    <dgm:cxn modelId="{0CC22828-D954-48F6-A819-71F4D11CE2A3}" type="presOf" srcId="{13AEFB4D-A5E5-4DC9-91D0-BC029200B7FA}" destId="{40ACDE82-1006-4048-B703-271969DD1C3D}" srcOrd="1" destOrd="0" presId="urn:microsoft.com/office/officeart/2005/8/layout/cycle2"/>
    <dgm:cxn modelId="{90B0A225-BFA4-4EE0-BD3E-89902D9AA4EF}" srcId="{9D8FA25D-AE6D-43C2-84F1-53C05B0CED1B}" destId="{9BC96758-A38A-4153-898C-B2FDBEAE91B3}" srcOrd="2" destOrd="0" parTransId="{A6A54DE0-5BEB-4095-933F-E471CBDC11BE}" sibTransId="{4F106DF7-F7EA-4867-B13E-A647411CDE35}"/>
    <dgm:cxn modelId="{361F8EF5-FC9A-4E43-8045-C2247FB1FF49}" srcId="{9D8FA25D-AE6D-43C2-84F1-53C05B0CED1B}" destId="{A37188E2-A504-436C-96D9-B1D85D373651}" srcOrd="0" destOrd="0" parTransId="{638941FF-D0EC-401D-8CE1-1AE494C393EC}" sibTransId="{B0AFA5EB-FF03-4B10-ADB7-875595E48010}"/>
    <dgm:cxn modelId="{800933E3-D431-4A10-8765-00FC827F7B36}" type="presOf" srcId="{13AEFB4D-A5E5-4DC9-91D0-BC029200B7FA}" destId="{EEB4D2F7-FC4D-4014-B62C-CF9D2486309B}" srcOrd="0" destOrd="0" presId="urn:microsoft.com/office/officeart/2005/8/layout/cycle2"/>
    <dgm:cxn modelId="{3A12C73A-77FD-4178-95E0-1414DF995677}" type="presOf" srcId="{2AB63DBD-E271-4039-A67A-5D48FA13C699}" destId="{AE2635C3-C831-464D-8F52-AC67CFACE53A}" srcOrd="0" destOrd="0" presId="urn:microsoft.com/office/officeart/2005/8/layout/cycle2"/>
    <dgm:cxn modelId="{47B7EE1F-81C5-4ED7-A407-21CB5BB2D4BB}" type="presParOf" srcId="{DEBDDE56-FA99-4C9C-84DF-E55AFA1271B7}" destId="{A6991458-362D-48AE-8A7F-611309A2FB04}" srcOrd="0" destOrd="0" presId="urn:microsoft.com/office/officeart/2005/8/layout/cycle2"/>
    <dgm:cxn modelId="{FA25A302-5E61-4090-A4C5-EDD9EFDBD347}" type="presParOf" srcId="{DEBDDE56-FA99-4C9C-84DF-E55AFA1271B7}" destId="{98653B54-FA3E-45B4-B048-2441D53CBCF2}" srcOrd="1" destOrd="0" presId="urn:microsoft.com/office/officeart/2005/8/layout/cycle2"/>
    <dgm:cxn modelId="{3F3B66F4-D663-4894-B063-7264DAE87A91}" type="presParOf" srcId="{98653B54-FA3E-45B4-B048-2441D53CBCF2}" destId="{C27E8C76-3016-463D-A19C-6BB5DF9399BB}" srcOrd="0" destOrd="0" presId="urn:microsoft.com/office/officeart/2005/8/layout/cycle2"/>
    <dgm:cxn modelId="{071AB173-921D-4D84-8D99-1D1DC00D1E8B}" type="presParOf" srcId="{DEBDDE56-FA99-4C9C-84DF-E55AFA1271B7}" destId="{AE2635C3-C831-464D-8F52-AC67CFACE53A}" srcOrd="2" destOrd="0" presId="urn:microsoft.com/office/officeart/2005/8/layout/cycle2"/>
    <dgm:cxn modelId="{EF2A78D6-D41F-4CE6-918E-C1CED6078C17}" type="presParOf" srcId="{DEBDDE56-FA99-4C9C-84DF-E55AFA1271B7}" destId="{5CB4DCB5-B8BC-478D-986C-D56C2E3F63C1}" srcOrd="3" destOrd="0" presId="urn:microsoft.com/office/officeart/2005/8/layout/cycle2"/>
    <dgm:cxn modelId="{DF9C9876-C973-45F6-89CF-07A82E6E3562}" type="presParOf" srcId="{5CB4DCB5-B8BC-478D-986C-D56C2E3F63C1}" destId="{B2E0533B-71EB-4A2D-B1B0-CC217DBE05A4}" srcOrd="0" destOrd="0" presId="urn:microsoft.com/office/officeart/2005/8/layout/cycle2"/>
    <dgm:cxn modelId="{82D93BE3-9DF4-41F2-9E29-60081B6B270A}" type="presParOf" srcId="{DEBDDE56-FA99-4C9C-84DF-E55AFA1271B7}" destId="{7C7207FC-4D07-4CB1-ADC7-0D45BF28D2F8}" srcOrd="4" destOrd="0" presId="urn:microsoft.com/office/officeart/2005/8/layout/cycle2"/>
    <dgm:cxn modelId="{1E6FD5E3-BE17-48C8-A576-CFAB9ECAAB4E}" type="presParOf" srcId="{DEBDDE56-FA99-4C9C-84DF-E55AFA1271B7}" destId="{E3FFF4DB-A23E-41D5-A883-EF66C840791A}" srcOrd="5" destOrd="0" presId="urn:microsoft.com/office/officeart/2005/8/layout/cycle2"/>
    <dgm:cxn modelId="{2548A1EB-E3BA-4824-B981-F423764FA293}" type="presParOf" srcId="{E3FFF4DB-A23E-41D5-A883-EF66C840791A}" destId="{18639836-B4DD-47E1-B2BA-C953F9E12246}" srcOrd="0" destOrd="0" presId="urn:microsoft.com/office/officeart/2005/8/layout/cycle2"/>
    <dgm:cxn modelId="{D19FE645-90EE-4410-9774-EE75EB76594D}" type="presParOf" srcId="{DEBDDE56-FA99-4C9C-84DF-E55AFA1271B7}" destId="{58FDE884-BF8B-480B-9098-1231772216DC}" srcOrd="6" destOrd="0" presId="urn:microsoft.com/office/officeart/2005/8/layout/cycle2"/>
    <dgm:cxn modelId="{8D5397E1-D694-44A3-840E-6086097E2956}" type="presParOf" srcId="{DEBDDE56-FA99-4C9C-84DF-E55AFA1271B7}" destId="{3A2D9FD8-C576-4B3E-9552-886A38EF3C1D}" srcOrd="7" destOrd="0" presId="urn:microsoft.com/office/officeart/2005/8/layout/cycle2"/>
    <dgm:cxn modelId="{C88CCE31-AF5B-44BD-B915-7EB3406E20B6}" type="presParOf" srcId="{3A2D9FD8-C576-4B3E-9552-886A38EF3C1D}" destId="{90A688DB-3181-41B2-99CD-07786E3D083D}" srcOrd="0" destOrd="0" presId="urn:microsoft.com/office/officeart/2005/8/layout/cycle2"/>
    <dgm:cxn modelId="{248FDFE5-C478-42FE-90B5-097445CF719F}" type="presParOf" srcId="{DEBDDE56-FA99-4C9C-84DF-E55AFA1271B7}" destId="{4FAA0842-0D13-4812-B195-53F9708F9DA8}" srcOrd="8" destOrd="0" presId="urn:microsoft.com/office/officeart/2005/8/layout/cycle2"/>
    <dgm:cxn modelId="{2E0DEE0C-B0A2-4A22-847C-AA0F545A618D}" type="presParOf" srcId="{DEBDDE56-FA99-4C9C-84DF-E55AFA1271B7}" destId="{EEB4D2F7-FC4D-4014-B62C-CF9D2486309B}" srcOrd="9" destOrd="0" presId="urn:microsoft.com/office/officeart/2005/8/layout/cycle2"/>
    <dgm:cxn modelId="{20E46F8C-B95B-4CE5-B04E-00599F78AFD9}" type="presParOf" srcId="{EEB4D2F7-FC4D-4014-B62C-CF9D2486309B}" destId="{40ACDE82-1006-4048-B703-271969DD1C3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1A78D29-6377-4806-82B1-F6C80C1F4483}" type="doc">
      <dgm:prSet loTypeId="urn:microsoft.com/office/officeart/2005/8/layout/pyramid2" loCatId="pyramid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BE655C-2035-4111-9E03-E86BB845C942}">
      <dgm:prSet/>
      <dgm:spPr/>
      <dgm:t>
        <a:bodyPr/>
        <a:lstStyle/>
        <a:p>
          <a:pPr rtl="0"/>
          <a:r>
            <a:rPr lang="en-US" smtClean="0"/>
            <a:t>Delivered an </a:t>
          </a:r>
          <a:r>
            <a:rPr lang="en-US" b="1" smtClean="0"/>
            <a:t>AI-assisted equity research tool</a:t>
          </a:r>
          <a:r>
            <a:rPr lang="en-US" smtClean="0"/>
            <a:t> that fetches, summarizes, and analyzes news.</a:t>
          </a:r>
          <a:endParaRPr lang="en-US"/>
        </a:p>
      </dgm:t>
    </dgm:pt>
    <dgm:pt modelId="{7E1F16F8-49A1-45E8-ACD6-528BDDFC9C05}" type="parTrans" cxnId="{0654E2F5-9115-4566-B9DC-7E0A06057B39}">
      <dgm:prSet/>
      <dgm:spPr/>
      <dgm:t>
        <a:bodyPr/>
        <a:lstStyle/>
        <a:p>
          <a:endParaRPr lang="en-US"/>
        </a:p>
      </dgm:t>
    </dgm:pt>
    <dgm:pt modelId="{12E965F6-33DC-49E1-9B9D-356F55D8ADCC}" type="sibTrans" cxnId="{0654E2F5-9115-4566-B9DC-7E0A06057B39}">
      <dgm:prSet/>
      <dgm:spPr/>
      <dgm:t>
        <a:bodyPr/>
        <a:lstStyle/>
        <a:p>
          <a:endParaRPr lang="en-US"/>
        </a:p>
      </dgm:t>
    </dgm:pt>
    <dgm:pt modelId="{BEE0EAA3-325D-4969-94DD-2364ECE73711}">
      <dgm:prSet/>
      <dgm:spPr/>
      <dgm:t>
        <a:bodyPr/>
        <a:lstStyle/>
        <a:p>
          <a:pPr rtl="0"/>
          <a:r>
            <a:rPr lang="en-US" smtClean="0"/>
            <a:t>Key skills demonstrated: </a:t>
          </a:r>
          <a:r>
            <a:rPr lang="en-US" b="1" smtClean="0"/>
            <a:t>LangChain</a:t>
          </a:r>
          <a:r>
            <a:rPr lang="en-US" smtClean="0"/>
            <a:t>, </a:t>
          </a:r>
          <a:r>
            <a:rPr lang="en-US" b="1" smtClean="0"/>
            <a:t>Streamlit</a:t>
          </a:r>
          <a:r>
            <a:rPr lang="en-US" smtClean="0"/>
            <a:t>, </a:t>
          </a:r>
          <a:r>
            <a:rPr lang="en-US" b="1" smtClean="0"/>
            <a:t>APIs</a:t>
          </a:r>
          <a:r>
            <a:rPr lang="en-US" smtClean="0"/>
            <a:t>, </a:t>
          </a:r>
          <a:r>
            <a:rPr lang="en-US" b="1" smtClean="0"/>
            <a:t>LLMs</a:t>
          </a:r>
          <a:r>
            <a:rPr lang="en-US" smtClean="0"/>
            <a:t>, </a:t>
          </a:r>
          <a:r>
            <a:rPr lang="en-US" b="1" smtClean="0"/>
            <a:t>PDF generation</a:t>
          </a:r>
          <a:r>
            <a:rPr lang="en-US" smtClean="0"/>
            <a:t>.</a:t>
          </a:r>
          <a:endParaRPr lang="en-US"/>
        </a:p>
      </dgm:t>
    </dgm:pt>
    <dgm:pt modelId="{9C95DBB3-342E-497F-81E0-3F41C495F21B}" type="parTrans" cxnId="{AB017493-B987-4DD6-B945-18E152B6837E}">
      <dgm:prSet/>
      <dgm:spPr/>
      <dgm:t>
        <a:bodyPr/>
        <a:lstStyle/>
        <a:p>
          <a:endParaRPr lang="en-US"/>
        </a:p>
      </dgm:t>
    </dgm:pt>
    <dgm:pt modelId="{8C2C5A7C-D8A7-4CBE-AFA4-B5940020E625}" type="sibTrans" cxnId="{AB017493-B987-4DD6-B945-18E152B6837E}">
      <dgm:prSet/>
      <dgm:spPr/>
      <dgm:t>
        <a:bodyPr/>
        <a:lstStyle/>
        <a:p>
          <a:endParaRPr lang="en-US"/>
        </a:p>
      </dgm:t>
    </dgm:pt>
    <dgm:pt modelId="{4E38E41C-A5B6-461F-8B68-46F56D082F89}">
      <dgm:prSet/>
      <dgm:spPr/>
      <dgm:t>
        <a:bodyPr/>
        <a:lstStyle/>
        <a:p>
          <a:pPr rtl="0"/>
          <a:r>
            <a:rPr lang="en-US" smtClean="0"/>
            <a:t>Interactive features:</a:t>
          </a:r>
          <a:endParaRPr lang="en-US"/>
        </a:p>
      </dgm:t>
    </dgm:pt>
    <dgm:pt modelId="{287DEF07-85B1-44C5-A8CA-60AEDD160976}" type="parTrans" cxnId="{D5593C92-0BD3-4D19-B8A2-7407EDF37CC5}">
      <dgm:prSet/>
      <dgm:spPr/>
      <dgm:t>
        <a:bodyPr/>
        <a:lstStyle/>
        <a:p>
          <a:endParaRPr lang="en-US"/>
        </a:p>
      </dgm:t>
    </dgm:pt>
    <dgm:pt modelId="{36CECF8C-D280-4CE9-B506-8029C026AC01}" type="sibTrans" cxnId="{D5593C92-0BD3-4D19-B8A2-7407EDF37CC5}">
      <dgm:prSet/>
      <dgm:spPr/>
      <dgm:t>
        <a:bodyPr/>
        <a:lstStyle/>
        <a:p>
          <a:endParaRPr lang="en-US"/>
        </a:p>
      </dgm:t>
    </dgm:pt>
    <dgm:pt modelId="{469E3051-B7BF-4F2E-B8E1-4C8CAAF66DFA}">
      <dgm:prSet/>
      <dgm:spPr/>
      <dgm:t>
        <a:bodyPr/>
        <a:lstStyle/>
        <a:p>
          <a:pPr rtl="0"/>
          <a:r>
            <a:rPr lang="en-US" smtClean="0"/>
            <a:t>Per-article summaries and overall summary tabs</a:t>
          </a:r>
          <a:endParaRPr lang="en-US"/>
        </a:p>
      </dgm:t>
    </dgm:pt>
    <dgm:pt modelId="{7976B28F-EAE2-42D6-B5F2-18D36D618388}" type="parTrans" cxnId="{FDB53224-656A-4682-ADFC-37915CF6C4B3}">
      <dgm:prSet/>
      <dgm:spPr/>
      <dgm:t>
        <a:bodyPr/>
        <a:lstStyle/>
        <a:p>
          <a:endParaRPr lang="en-US"/>
        </a:p>
      </dgm:t>
    </dgm:pt>
    <dgm:pt modelId="{0F9169F6-37CA-4E58-A91D-3070D937BC73}" type="sibTrans" cxnId="{FDB53224-656A-4682-ADFC-37915CF6C4B3}">
      <dgm:prSet/>
      <dgm:spPr/>
      <dgm:t>
        <a:bodyPr/>
        <a:lstStyle/>
        <a:p>
          <a:endParaRPr lang="en-US"/>
        </a:p>
      </dgm:t>
    </dgm:pt>
    <dgm:pt modelId="{D307E6D5-4716-4341-B2F8-DF4EE3CDFA34}">
      <dgm:prSet/>
      <dgm:spPr/>
      <dgm:t>
        <a:bodyPr/>
        <a:lstStyle/>
        <a:p>
          <a:pPr rtl="0"/>
          <a:r>
            <a:rPr lang="en-US" smtClean="0"/>
            <a:t>Sentiment detection (Positive / Negative / Neutral)</a:t>
          </a:r>
          <a:endParaRPr lang="en-US"/>
        </a:p>
      </dgm:t>
    </dgm:pt>
    <dgm:pt modelId="{A7EC2A76-569A-4B2B-A156-B55251AEFA3B}" type="parTrans" cxnId="{ECDD4830-3750-4D18-8483-500BA2172E78}">
      <dgm:prSet/>
      <dgm:spPr/>
      <dgm:t>
        <a:bodyPr/>
        <a:lstStyle/>
        <a:p>
          <a:endParaRPr lang="en-US"/>
        </a:p>
      </dgm:t>
    </dgm:pt>
    <dgm:pt modelId="{8C6A648C-74E7-415F-AD57-0C3946219EBE}" type="sibTrans" cxnId="{ECDD4830-3750-4D18-8483-500BA2172E78}">
      <dgm:prSet/>
      <dgm:spPr/>
      <dgm:t>
        <a:bodyPr/>
        <a:lstStyle/>
        <a:p>
          <a:endParaRPr lang="en-US"/>
        </a:p>
      </dgm:t>
    </dgm:pt>
    <dgm:pt modelId="{073FAC5D-9E59-411E-869D-FFDD3C9C27A3}">
      <dgm:prSet/>
      <dgm:spPr/>
      <dgm:t>
        <a:bodyPr/>
        <a:lstStyle/>
        <a:p>
          <a:pPr rtl="0"/>
          <a:r>
            <a:rPr lang="en-US" smtClean="0"/>
            <a:t>Downloadable PDFs for reports</a:t>
          </a:r>
          <a:endParaRPr lang="en-US"/>
        </a:p>
      </dgm:t>
    </dgm:pt>
    <dgm:pt modelId="{4CF3E65E-2763-4B5F-9291-B110A38C2DED}" type="parTrans" cxnId="{B86F58AA-FF83-4139-BB61-E718AF63DFE0}">
      <dgm:prSet/>
      <dgm:spPr/>
      <dgm:t>
        <a:bodyPr/>
        <a:lstStyle/>
        <a:p>
          <a:endParaRPr lang="en-US"/>
        </a:p>
      </dgm:t>
    </dgm:pt>
    <dgm:pt modelId="{6474510C-B854-4696-861B-AC9973770F75}" type="sibTrans" cxnId="{B86F58AA-FF83-4139-BB61-E718AF63DFE0}">
      <dgm:prSet/>
      <dgm:spPr/>
      <dgm:t>
        <a:bodyPr/>
        <a:lstStyle/>
        <a:p>
          <a:endParaRPr lang="en-US"/>
        </a:p>
      </dgm:t>
    </dgm:pt>
    <dgm:pt modelId="{471C5361-1207-4A70-9D76-B6587D898904}">
      <dgm:prSet/>
      <dgm:spPr/>
      <dgm:t>
        <a:bodyPr/>
        <a:lstStyle/>
        <a:p>
          <a:pPr rtl="0"/>
          <a:r>
            <a:rPr lang="en-US" smtClean="0"/>
            <a:t>Search history with filters and export options</a:t>
          </a:r>
          <a:endParaRPr lang="en-US"/>
        </a:p>
      </dgm:t>
    </dgm:pt>
    <dgm:pt modelId="{17FC8D60-88F6-49BA-A9F0-590C8945EEF2}" type="parTrans" cxnId="{904639DD-DD4E-49F0-A5EF-695315A77674}">
      <dgm:prSet/>
      <dgm:spPr/>
      <dgm:t>
        <a:bodyPr/>
        <a:lstStyle/>
        <a:p>
          <a:endParaRPr lang="en-US"/>
        </a:p>
      </dgm:t>
    </dgm:pt>
    <dgm:pt modelId="{2DBDDE3A-8D4D-4AF7-A27F-955C9C2FB708}" type="sibTrans" cxnId="{904639DD-DD4E-49F0-A5EF-695315A77674}">
      <dgm:prSet/>
      <dgm:spPr/>
      <dgm:t>
        <a:bodyPr/>
        <a:lstStyle/>
        <a:p>
          <a:endParaRPr lang="en-US"/>
        </a:p>
      </dgm:t>
    </dgm:pt>
    <dgm:pt modelId="{C6C27C81-E3B6-4137-BD16-7EC92D4F115B}">
      <dgm:prSet/>
      <dgm:spPr/>
      <dgm:t>
        <a:bodyPr/>
        <a:lstStyle/>
        <a:p>
          <a:pPr rtl="0"/>
          <a:r>
            <a:rPr lang="en-US" smtClean="0"/>
            <a:t>Future Enhancements:</a:t>
          </a:r>
          <a:endParaRPr lang="en-US"/>
        </a:p>
      </dgm:t>
    </dgm:pt>
    <dgm:pt modelId="{7AFD41EA-C2A2-48D4-860F-2CD85E6FB9EA}" type="parTrans" cxnId="{B089AEF1-FE0D-4559-9819-6D21F5A8B4D1}">
      <dgm:prSet/>
      <dgm:spPr/>
      <dgm:t>
        <a:bodyPr/>
        <a:lstStyle/>
        <a:p>
          <a:endParaRPr lang="en-US"/>
        </a:p>
      </dgm:t>
    </dgm:pt>
    <dgm:pt modelId="{0032C0F0-F1BF-4F56-B802-5354B830059A}" type="sibTrans" cxnId="{B089AEF1-FE0D-4559-9819-6D21F5A8B4D1}">
      <dgm:prSet/>
      <dgm:spPr/>
      <dgm:t>
        <a:bodyPr/>
        <a:lstStyle/>
        <a:p>
          <a:endParaRPr lang="en-US"/>
        </a:p>
      </dgm:t>
    </dgm:pt>
    <dgm:pt modelId="{FD95FA43-8FEF-45FC-B0FB-5FDCE692228E}">
      <dgm:prSet/>
      <dgm:spPr/>
      <dgm:t>
        <a:bodyPr/>
        <a:lstStyle/>
        <a:p>
          <a:pPr rtl="0"/>
          <a:r>
            <a:rPr lang="en-US" smtClean="0"/>
            <a:t>Multi-language support for global news</a:t>
          </a:r>
          <a:endParaRPr lang="en-US"/>
        </a:p>
      </dgm:t>
    </dgm:pt>
    <dgm:pt modelId="{20F4AFE4-1649-42B7-8BD8-AE773CED663B}" type="parTrans" cxnId="{523D1639-DD04-49CA-A446-0A5CB221FBF0}">
      <dgm:prSet/>
      <dgm:spPr/>
      <dgm:t>
        <a:bodyPr/>
        <a:lstStyle/>
        <a:p>
          <a:endParaRPr lang="en-US"/>
        </a:p>
      </dgm:t>
    </dgm:pt>
    <dgm:pt modelId="{E3217E00-73A9-4A75-8E8D-901069C505D8}" type="sibTrans" cxnId="{523D1639-DD04-49CA-A446-0A5CB221FBF0}">
      <dgm:prSet/>
      <dgm:spPr/>
      <dgm:t>
        <a:bodyPr/>
        <a:lstStyle/>
        <a:p>
          <a:endParaRPr lang="en-US"/>
        </a:p>
      </dgm:t>
    </dgm:pt>
    <dgm:pt modelId="{466DF76F-D3D6-411F-A0E1-1C7B8191F561}">
      <dgm:prSet/>
      <dgm:spPr/>
      <dgm:t>
        <a:bodyPr/>
        <a:lstStyle/>
        <a:p>
          <a:pPr rtl="0"/>
          <a:r>
            <a:rPr lang="en-US" smtClean="0"/>
            <a:t>Financial trend detection and predictive insights</a:t>
          </a:r>
          <a:endParaRPr lang="en-US"/>
        </a:p>
      </dgm:t>
    </dgm:pt>
    <dgm:pt modelId="{B7E3FE54-939B-42E4-9C52-07462B64D04B}" type="parTrans" cxnId="{092CF4A7-2AEE-49C0-B988-D1786F9F7786}">
      <dgm:prSet/>
      <dgm:spPr/>
      <dgm:t>
        <a:bodyPr/>
        <a:lstStyle/>
        <a:p>
          <a:endParaRPr lang="en-US"/>
        </a:p>
      </dgm:t>
    </dgm:pt>
    <dgm:pt modelId="{1DDB32AF-1A6F-4AEB-BFA5-55A697A9A8C6}" type="sibTrans" cxnId="{092CF4A7-2AEE-49C0-B988-D1786F9F7786}">
      <dgm:prSet/>
      <dgm:spPr/>
      <dgm:t>
        <a:bodyPr/>
        <a:lstStyle/>
        <a:p>
          <a:endParaRPr lang="en-US"/>
        </a:p>
      </dgm:t>
    </dgm:pt>
    <dgm:pt modelId="{95DFC24D-465E-4637-A4C0-CFA78E6A73F0}">
      <dgm:prSet/>
      <dgm:spPr/>
      <dgm:t>
        <a:bodyPr/>
        <a:lstStyle/>
        <a:p>
          <a:pPr rtl="0"/>
          <a:r>
            <a:rPr lang="en-US" smtClean="0"/>
            <a:t>Advanced analytics dashboard with visualizations</a:t>
          </a:r>
          <a:endParaRPr lang="en-US"/>
        </a:p>
      </dgm:t>
    </dgm:pt>
    <dgm:pt modelId="{E37E79B4-24A8-431D-82FD-7FE68915F195}" type="parTrans" cxnId="{34CAB0C8-C0E9-4852-A19C-21E9D672233E}">
      <dgm:prSet/>
      <dgm:spPr/>
      <dgm:t>
        <a:bodyPr/>
        <a:lstStyle/>
        <a:p>
          <a:endParaRPr lang="en-US"/>
        </a:p>
      </dgm:t>
    </dgm:pt>
    <dgm:pt modelId="{F77101E0-9520-430F-AED2-CAB2A6C4BBEC}" type="sibTrans" cxnId="{34CAB0C8-C0E9-4852-A19C-21E9D672233E}">
      <dgm:prSet/>
      <dgm:spPr/>
      <dgm:t>
        <a:bodyPr/>
        <a:lstStyle/>
        <a:p>
          <a:endParaRPr lang="en-US"/>
        </a:p>
      </dgm:t>
    </dgm:pt>
    <dgm:pt modelId="{FD90273D-85FC-4781-8BA5-E3D79E453447}">
      <dgm:prSet/>
      <dgm:spPr/>
      <dgm:t>
        <a:bodyPr/>
        <a:lstStyle/>
        <a:p>
          <a:pPr rtl="0"/>
          <a:r>
            <a:rPr lang="en-US" smtClean="0"/>
            <a:t>User authentication and personalized experience</a:t>
          </a:r>
          <a:endParaRPr lang="en-US"/>
        </a:p>
      </dgm:t>
    </dgm:pt>
    <dgm:pt modelId="{65A8B9BF-7209-4132-AB97-5ACC6E1E03FD}" type="parTrans" cxnId="{B6F70FCF-DDBD-432F-A56F-689FA0A6F14F}">
      <dgm:prSet/>
      <dgm:spPr/>
      <dgm:t>
        <a:bodyPr/>
        <a:lstStyle/>
        <a:p>
          <a:endParaRPr lang="en-US"/>
        </a:p>
      </dgm:t>
    </dgm:pt>
    <dgm:pt modelId="{26A63937-EFA4-46D0-AA5E-FD3A158A1723}" type="sibTrans" cxnId="{B6F70FCF-DDBD-432F-A56F-689FA0A6F14F}">
      <dgm:prSet/>
      <dgm:spPr/>
      <dgm:t>
        <a:bodyPr/>
        <a:lstStyle/>
        <a:p>
          <a:endParaRPr lang="en-US"/>
        </a:p>
      </dgm:t>
    </dgm:pt>
    <dgm:pt modelId="{3C2CF442-9414-41FA-B609-DFB832C19B32}" type="pres">
      <dgm:prSet presAssocID="{D1A78D29-6377-4806-82B1-F6C80C1F4483}" presName="compositeShape" presStyleCnt="0">
        <dgm:presLayoutVars>
          <dgm:dir/>
          <dgm:resizeHandles/>
        </dgm:presLayoutVars>
      </dgm:prSet>
      <dgm:spPr/>
    </dgm:pt>
    <dgm:pt modelId="{98982A56-7A05-41EA-847D-36E2EA34D196}" type="pres">
      <dgm:prSet presAssocID="{D1A78D29-6377-4806-82B1-F6C80C1F4483}" presName="pyramid" presStyleLbl="node1" presStyleIdx="0" presStyleCnt="1" custScaleX="74264" custScaleY="81897"/>
      <dgm:spPr/>
    </dgm:pt>
    <dgm:pt modelId="{5A29D46F-47C3-4C9F-8178-CE7BDB2CAE6D}" type="pres">
      <dgm:prSet presAssocID="{D1A78D29-6377-4806-82B1-F6C80C1F4483}" presName="theList" presStyleCnt="0"/>
      <dgm:spPr/>
    </dgm:pt>
    <dgm:pt modelId="{F79EB71C-022C-4F56-A2E0-F90B3FAD1E71}" type="pres">
      <dgm:prSet presAssocID="{30BE655C-2035-4111-9E03-E86BB845C942}" presName="aNode" presStyleLbl="fgAcc1" presStyleIdx="0" presStyleCnt="12">
        <dgm:presLayoutVars>
          <dgm:bulletEnabled val="1"/>
        </dgm:presLayoutVars>
      </dgm:prSet>
      <dgm:spPr/>
    </dgm:pt>
    <dgm:pt modelId="{8682820A-8CBC-4519-808C-066CAF685E83}" type="pres">
      <dgm:prSet presAssocID="{30BE655C-2035-4111-9E03-E86BB845C942}" presName="aSpace" presStyleCnt="0"/>
      <dgm:spPr/>
    </dgm:pt>
    <dgm:pt modelId="{55274D41-BF5C-45EB-B95F-3398B272A087}" type="pres">
      <dgm:prSet presAssocID="{BEE0EAA3-325D-4969-94DD-2364ECE73711}" presName="aNode" presStyleLbl="fgAcc1" presStyleIdx="1" presStyleCnt="12">
        <dgm:presLayoutVars>
          <dgm:bulletEnabled val="1"/>
        </dgm:presLayoutVars>
      </dgm:prSet>
      <dgm:spPr/>
    </dgm:pt>
    <dgm:pt modelId="{876A0112-87F0-4007-8EEC-636F30ED96F0}" type="pres">
      <dgm:prSet presAssocID="{BEE0EAA3-325D-4969-94DD-2364ECE73711}" presName="aSpace" presStyleCnt="0"/>
      <dgm:spPr/>
    </dgm:pt>
    <dgm:pt modelId="{D4047046-8DB6-439F-99DC-B1B0D18F2189}" type="pres">
      <dgm:prSet presAssocID="{4E38E41C-A5B6-461F-8B68-46F56D082F89}" presName="aNode" presStyleLbl="fgAcc1" presStyleIdx="2" presStyleCnt="12">
        <dgm:presLayoutVars>
          <dgm:bulletEnabled val="1"/>
        </dgm:presLayoutVars>
      </dgm:prSet>
      <dgm:spPr/>
    </dgm:pt>
    <dgm:pt modelId="{92584144-864B-4B5B-AF69-EBEBFC42E17E}" type="pres">
      <dgm:prSet presAssocID="{4E38E41C-A5B6-461F-8B68-46F56D082F89}" presName="aSpace" presStyleCnt="0"/>
      <dgm:spPr/>
    </dgm:pt>
    <dgm:pt modelId="{29435345-6DC0-444A-AD1E-032E3C5656CA}" type="pres">
      <dgm:prSet presAssocID="{469E3051-B7BF-4F2E-B8E1-4C8CAAF66DFA}" presName="aNode" presStyleLbl="fgAcc1" presStyleIdx="3" presStyleCnt="12">
        <dgm:presLayoutVars>
          <dgm:bulletEnabled val="1"/>
        </dgm:presLayoutVars>
      </dgm:prSet>
      <dgm:spPr/>
    </dgm:pt>
    <dgm:pt modelId="{2CB3FDA0-647C-43A2-B65D-947D588E4EE3}" type="pres">
      <dgm:prSet presAssocID="{469E3051-B7BF-4F2E-B8E1-4C8CAAF66DFA}" presName="aSpace" presStyleCnt="0"/>
      <dgm:spPr/>
    </dgm:pt>
    <dgm:pt modelId="{0611B6F0-270A-4111-97AE-B8D1474BE45D}" type="pres">
      <dgm:prSet presAssocID="{D307E6D5-4716-4341-B2F8-DF4EE3CDFA34}" presName="aNode" presStyleLbl="fgAcc1" presStyleIdx="4" presStyleCnt="12">
        <dgm:presLayoutVars>
          <dgm:bulletEnabled val="1"/>
        </dgm:presLayoutVars>
      </dgm:prSet>
      <dgm:spPr/>
    </dgm:pt>
    <dgm:pt modelId="{86951B3C-96B4-4A08-99E4-D52CCA534E21}" type="pres">
      <dgm:prSet presAssocID="{D307E6D5-4716-4341-B2F8-DF4EE3CDFA34}" presName="aSpace" presStyleCnt="0"/>
      <dgm:spPr/>
    </dgm:pt>
    <dgm:pt modelId="{2D0B9FFE-1F96-4977-BB63-CA0B922BED61}" type="pres">
      <dgm:prSet presAssocID="{073FAC5D-9E59-411E-869D-FFDD3C9C27A3}" presName="aNode" presStyleLbl="fgAcc1" presStyleIdx="5" presStyleCnt="12">
        <dgm:presLayoutVars>
          <dgm:bulletEnabled val="1"/>
        </dgm:presLayoutVars>
      </dgm:prSet>
      <dgm:spPr/>
    </dgm:pt>
    <dgm:pt modelId="{CEF68A27-A6AE-482C-BF99-DDE6F554AE4D}" type="pres">
      <dgm:prSet presAssocID="{073FAC5D-9E59-411E-869D-FFDD3C9C27A3}" presName="aSpace" presStyleCnt="0"/>
      <dgm:spPr/>
    </dgm:pt>
    <dgm:pt modelId="{E52974C3-C22E-46BE-973B-43B179985A96}" type="pres">
      <dgm:prSet presAssocID="{471C5361-1207-4A70-9D76-B6587D898904}" presName="aNode" presStyleLbl="fgAcc1" presStyleIdx="6" presStyleCnt="12">
        <dgm:presLayoutVars>
          <dgm:bulletEnabled val="1"/>
        </dgm:presLayoutVars>
      </dgm:prSet>
      <dgm:spPr/>
    </dgm:pt>
    <dgm:pt modelId="{A08CF098-D8A4-4F7B-892D-234404AADC97}" type="pres">
      <dgm:prSet presAssocID="{471C5361-1207-4A70-9D76-B6587D898904}" presName="aSpace" presStyleCnt="0"/>
      <dgm:spPr/>
    </dgm:pt>
    <dgm:pt modelId="{9C5B6048-7FCA-466E-9A9F-784D8C3AF32F}" type="pres">
      <dgm:prSet presAssocID="{C6C27C81-E3B6-4137-BD16-7EC92D4F115B}" presName="aNode" presStyleLbl="fgAcc1" presStyleIdx="7" presStyleCnt="12">
        <dgm:presLayoutVars>
          <dgm:bulletEnabled val="1"/>
        </dgm:presLayoutVars>
      </dgm:prSet>
      <dgm:spPr/>
    </dgm:pt>
    <dgm:pt modelId="{CC7946C8-32A2-40F4-90B0-9E3B7691CFAE}" type="pres">
      <dgm:prSet presAssocID="{C6C27C81-E3B6-4137-BD16-7EC92D4F115B}" presName="aSpace" presStyleCnt="0"/>
      <dgm:spPr/>
    </dgm:pt>
    <dgm:pt modelId="{1D54D04C-CC09-4A62-A482-EDC064EB0B51}" type="pres">
      <dgm:prSet presAssocID="{FD95FA43-8FEF-45FC-B0FB-5FDCE692228E}" presName="aNode" presStyleLbl="fgAcc1" presStyleIdx="8" presStyleCnt="12">
        <dgm:presLayoutVars>
          <dgm:bulletEnabled val="1"/>
        </dgm:presLayoutVars>
      </dgm:prSet>
      <dgm:spPr/>
    </dgm:pt>
    <dgm:pt modelId="{D02EC552-AA69-40D3-893B-AB967CCD5F87}" type="pres">
      <dgm:prSet presAssocID="{FD95FA43-8FEF-45FC-B0FB-5FDCE692228E}" presName="aSpace" presStyleCnt="0"/>
      <dgm:spPr/>
    </dgm:pt>
    <dgm:pt modelId="{D3EE0162-1D5B-426B-A7E8-D391118BB742}" type="pres">
      <dgm:prSet presAssocID="{466DF76F-D3D6-411F-A0E1-1C7B8191F561}" presName="aNode" presStyleLbl="fgAcc1" presStyleIdx="9" presStyleCnt="12">
        <dgm:presLayoutVars>
          <dgm:bulletEnabled val="1"/>
        </dgm:presLayoutVars>
      </dgm:prSet>
      <dgm:spPr/>
    </dgm:pt>
    <dgm:pt modelId="{BD740F9B-E161-4D33-9327-5AA6A2FEA118}" type="pres">
      <dgm:prSet presAssocID="{466DF76F-D3D6-411F-A0E1-1C7B8191F561}" presName="aSpace" presStyleCnt="0"/>
      <dgm:spPr/>
    </dgm:pt>
    <dgm:pt modelId="{E2D84E81-0307-4089-923C-E36D5870BAD4}" type="pres">
      <dgm:prSet presAssocID="{95DFC24D-465E-4637-A4C0-CFA78E6A73F0}" presName="aNode" presStyleLbl="fgAcc1" presStyleIdx="10" presStyleCnt="12">
        <dgm:presLayoutVars>
          <dgm:bulletEnabled val="1"/>
        </dgm:presLayoutVars>
      </dgm:prSet>
      <dgm:spPr/>
    </dgm:pt>
    <dgm:pt modelId="{3AD16592-9BFF-48A9-B9FC-84E19A5DCCF8}" type="pres">
      <dgm:prSet presAssocID="{95DFC24D-465E-4637-A4C0-CFA78E6A73F0}" presName="aSpace" presStyleCnt="0"/>
      <dgm:spPr/>
    </dgm:pt>
    <dgm:pt modelId="{58452DD1-36F2-4E1A-AAA5-E8669528FBD3}" type="pres">
      <dgm:prSet presAssocID="{FD90273D-85FC-4781-8BA5-E3D79E453447}" presName="aNode" presStyleLbl="fgAcc1" presStyleIdx="11" presStyleCnt="12">
        <dgm:presLayoutVars>
          <dgm:bulletEnabled val="1"/>
        </dgm:presLayoutVars>
      </dgm:prSet>
      <dgm:spPr/>
    </dgm:pt>
    <dgm:pt modelId="{F66AFB3D-1059-4970-80AB-D57511F16248}" type="pres">
      <dgm:prSet presAssocID="{FD90273D-85FC-4781-8BA5-E3D79E453447}" presName="aSpace" presStyleCnt="0"/>
      <dgm:spPr/>
    </dgm:pt>
  </dgm:ptLst>
  <dgm:cxnLst>
    <dgm:cxn modelId="{AB017493-B987-4DD6-B945-18E152B6837E}" srcId="{D1A78D29-6377-4806-82B1-F6C80C1F4483}" destId="{BEE0EAA3-325D-4969-94DD-2364ECE73711}" srcOrd="1" destOrd="0" parTransId="{9C95DBB3-342E-497F-81E0-3F41C495F21B}" sibTransId="{8C2C5A7C-D8A7-4CBE-AFA4-B5940020E625}"/>
    <dgm:cxn modelId="{B6F70FCF-DDBD-432F-A56F-689FA0A6F14F}" srcId="{D1A78D29-6377-4806-82B1-F6C80C1F4483}" destId="{FD90273D-85FC-4781-8BA5-E3D79E453447}" srcOrd="11" destOrd="0" parTransId="{65A8B9BF-7209-4132-AB97-5ACC6E1E03FD}" sibTransId="{26A63937-EFA4-46D0-AA5E-FD3A158A1723}"/>
    <dgm:cxn modelId="{FDB53224-656A-4682-ADFC-37915CF6C4B3}" srcId="{D1A78D29-6377-4806-82B1-F6C80C1F4483}" destId="{469E3051-B7BF-4F2E-B8E1-4C8CAAF66DFA}" srcOrd="3" destOrd="0" parTransId="{7976B28F-EAE2-42D6-B5F2-18D36D618388}" sibTransId="{0F9169F6-37CA-4E58-A91D-3070D937BC73}"/>
    <dgm:cxn modelId="{B4BEA2D2-9AA1-4ECD-A119-EDA309EBBDD8}" type="presOf" srcId="{FD90273D-85FC-4781-8BA5-E3D79E453447}" destId="{58452DD1-36F2-4E1A-AAA5-E8669528FBD3}" srcOrd="0" destOrd="0" presId="urn:microsoft.com/office/officeart/2005/8/layout/pyramid2"/>
    <dgm:cxn modelId="{D5593C92-0BD3-4D19-B8A2-7407EDF37CC5}" srcId="{D1A78D29-6377-4806-82B1-F6C80C1F4483}" destId="{4E38E41C-A5B6-461F-8B68-46F56D082F89}" srcOrd="2" destOrd="0" parTransId="{287DEF07-85B1-44C5-A8CA-60AEDD160976}" sibTransId="{36CECF8C-D280-4CE9-B506-8029C026AC01}"/>
    <dgm:cxn modelId="{00DC06E5-E63B-487D-AAA0-943CB7F74152}" type="presOf" srcId="{469E3051-B7BF-4F2E-B8E1-4C8CAAF66DFA}" destId="{29435345-6DC0-444A-AD1E-032E3C5656CA}" srcOrd="0" destOrd="0" presId="urn:microsoft.com/office/officeart/2005/8/layout/pyramid2"/>
    <dgm:cxn modelId="{F4EB87E2-E5C5-419A-8153-E42286530687}" type="presOf" srcId="{95DFC24D-465E-4637-A4C0-CFA78E6A73F0}" destId="{E2D84E81-0307-4089-923C-E36D5870BAD4}" srcOrd="0" destOrd="0" presId="urn:microsoft.com/office/officeart/2005/8/layout/pyramid2"/>
    <dgm:cxn modelId="{904639DD-DD4E-49F0-A5EF-695315A77674}" srcId="{D1A78D29-6377-4806-82B1-F6C80C1F4483}" destId="{471C5361-1207-4A70-9D76-B6587D898904}" srcOrd="6" destOrd="0" parTransId="{17FC8D60-88F6-49BA-A9F0-590C8945EEF2}" sibTransId="{2DBDDE3A-8D4D-4AF7-A27F-955C9C2FB708}"/>
    <dgm:cxn modelId="{ADFFB264-44E3-474D-8D8B-05B4CD445494}" type="presOf" srcId="{471C5361-1207-4A70-9D76-B6587D898904}" destId="{E52974C3-C22E-46BE-973B-43B179985A96}" srcOrd="0" destOrd="0" presId="urn:microsoft.com/office/officeart/2005/8/layout/pyramid2"/>
    <dgm:cxn modelId="{B089AEF1-FE0D-4559-9819-6D21F5A8B4D1}" srcId="{D1A78D29-6377-4806-82B1-F6C80C1F4483}" destId="{C6C27C81-E3B6-4137-BD16-7EC92D4F115B}" srcOrd="7" destOrd="0" parTransId="{7AFD41EA-C2A2-48D4-860F-2CD85E6FB9EA}" sibTransId="{0032C0F0-F1BF-4F56-B802-5354B830059A}"/>
    <dgm:cxn modelId="{092CF4A7-2AEE-49C0-B988-D1786F9F7786}" srcId="{D1A78D29-6377-4806-82B1-F6C80C1F4483}" destId="{466DF76F-D3D6-411F-A0E1-1C7B8191F561}" srcOrd="9" destOrd="0" parTransId="{B7E3FE54-939B-42E4-9C52-07462B64D04B}" sibTransId="{1DDB32AF-1A6F-4AEB-BFA5-55A697A9A8C6}"/>
    <dgm:cxn modelId="{B97389AD-A068-466E-948A-91E033FC7573}" type="presOf" srcId="{073FAC5D-9E59-411E-869D-FFDD3C9C27A3}" destId="{2D0B9FFE-1F96-4977-BB63-CA0B922BED61}" srcOrd="0" destOrd="0" presId="urn:microsoft.com/office/officeart/2005/8/layout/pyramid2"/>
    <dgm:cxn modelId="{ECDD4830-3750-4D18-8483-500BA2172E78}" srcId="{D1A78D29-6377-4806-82B1-F6C80C1F4483}" destId="{D307E6D5-4716-4341-B2F8-DF4EE3CDFA34}" srcOrd="4" destOrd="0" parTransId="{A7EC2A76-569A-4B2B-A156-B55251AEFA3B}" sibTransId="{8C6A648C-74E7-415F-AD57-0C3946219EBE}"/>
    <dgm:cxn modelId="{A294298E-C30D-41D4-84F5-1F7D377997AA}" type="presOf" srcId="{FD95FA43-8FEF-45FC-B0FB-5FDCE692228E}" destId="{1D54D04C-CC09-4A62-A482-EDC064EB0B51}" srcOrd="0" destOrd="0" presId="urn:microsoft.com/office/officeart/2005/8/layout/pyramid2"/>
    <dgm:cxn modelId="{ACC05E85-D44F-4319-BFEB-727970A13674}" type="presOf" srcId="{D307E6D5-4716-4341-B2F8-DF4EE3CDFA34}" destId="{0611B6F0-270A-4111-97AE-B8D1474BE45D}" srcOrd="0" destOrd="0" presId="urn:microsoft.com/office/officeart/2005/8/layout/pyramid2"/>
    <dgm:cxn modelId="{34CAB0C8-C0E9-4852-A19C-21E9D672233E}" srcId="{D1A78D29-6377-4806-82B1-F6C80C1F4483}" destId="{95DFC24D-465E-4637-A4C0-CFA78E6A73F0}" srcOrd="10" destOrd="0" parTransId="{E37E79B4-24A8-431D-82FD-7FE68915F195}" sibTransId="{F77101E0-9520-430F-AED2-CAB2A6C4BBEC}"/>
    <dgm:cxn modelId="{15F46EAA-9CD9-4895-984D-FA521772742F}" type="presOf" srcId="{466DF76F-D3D6-411F-A0E1-1C7B8191F561}" destId="{D3EE0162-1D5B-426B-A7E8-D391118BB742}" srcOrd="0" destOrd="0" presId="urn:microsoft.com/office/officeart/2005/8/layout/pyramid2"/>
    <dgm:cxn modelId="{8969FD91-8C50-4743-858A-0FE8DA766402}" type="presOf" srcId="{30BE655C-2035-4111-9E03-E86BB845C942}" destId="{F79EB71C-022C-4F56-A2E0-F90B3FAD1E71}" srcOrd="0" destOrd="0" presId="urn:microsoft.com/office/officeart/2005/8/layout/pyramid2"/>
    <dgm:cxn modelId="{472CC94B-ED5B-4736-B5FF-964183B2E005}" type="presOf" srcId="{D1A78D29-6377-4806-82B1-F6C80C1F4483}" destId="{3C2CF442-9414-41FA-B609-DFB832C19B32}" srcOrd="0" destOrd="0" presId="urn:microsoft.com/office/officeart/2005/8/layout/pyramid2"/>
    <dgm:cxn modelId="{523D1639-DD04-49CA-A446-0A5CB221FBF0}" srcId="{D1A78D29-6377-4806-82B1-F6C80C1F4483}" destId="{FD95FA43-8FEF-45FC-B0FB-5FDCE692228E}" srcOrd="8" destOrd="0" parTransId="{20F4AFE4-1649-42B7-8BD8-AE773CED663B}" sibTransId="{E3217E00-73A9-4A75-8E8D-901069C505D8}"/>
    <dgm:cxn modelId="{B86F58AA-FF83-4139-BB61-E718AF63DFE0}" srcId="{D1A78D29-6377-4806-82B1-F6C80C1F4483}" destId="{073FAC5D-9E59-411E-869D-FFDD3C9C27A3}" srcOrd="5" destOrd="0" parTransId="{4CF3E65E-2763-4B5F-9291-B110A38C2DED}" sibTransId="{6474510C-B854-4696-861B-AC9973770F75}"/>
    <dgm:cxn modelId="{5A34BB35-5657-4BD3-847D-DCAF03184ACF}" type="presOf" srcId="{4E38E41C-A5B6-461F-8B68-46F56D082F89}" destId="{D4047046-8DB6-439F-99DC-B1B0D18F2189}" srcOrd="0" destOrd="0" presId="urn:microsoft.com/office/officeart/2005/8/layout/pyramid2"/>
    <dgm:cxn modelId="{D82E4A6F-8EFC-45B7-8688-054BF78D7613}" type="presOf" srcId="{C6C27C81-E3B6-4137-BD16-7EC92D4F115B}" destId="{9C5B6048-7FCA-466E-9A9F-784D8C3AF32F}" srcOrd="0" destOrd="0" presId="urn:microsoft.com/office/officeart/2005/8/layout/pyramid2"/>
    <dgm:cxn modelId="{0654E2F5-9115-4566-B9DC-7E0A06057B39}" srcId="{D1A78D29-6377-4806-82B1-F6C80C1F4483}" destId="{30BE655C-2035-4111-9E03-E86BB845C942}" srcOrd="0" destOrd="0" parTransId="{7E1F16F8-49A1-45E8-ACD6-528BDDFC9C05}" sibTransId="{12E965F6-33DC-49E1-9B9D-356F55D8ADCC}"/>
    <dgm:cxn modelId="{BA9FED77-D729-4EC9-B486-7D5B91891A6C}" type="presOf" srcId="{BEE0EAA3-325D-4969-94DD-2364ECE73711}" destId="{55274D41-BF5C-45EB-B95F-3398B272A087}" srcOrd="0" destOrd="0" presId="urn:microsoft.com/office/officeart/2005/8/layout/pyramid2"/>
    <dgm:cxn modelId="{1E3E356B-A85F-4C55-BDBF-29345B46947D}" type="presParOf" srcId="{3C2CF442-9414-41FA-B609-DFB832C19B32}" destId="{98982A56-7A05-41EA-847D-36E2EA34D196}" srcOrd="0" destOrd="0" presId="urn:microsoft.com/office/officeart/2005/8/layout/pyramid2"/>
    <dgm:cxn modelId="{316EFFE3-69AD-4AF4-8715-86BF299D0B25}" type="presParOf" srcId="{3C2CF442-9414-41FA-B609-DFB832C19B32}" destId="{5A29D46F-47C3-4C9F-8178-CE7BDB2CAE6D}" srcOrd="1" destOrd="0" presId="urn:microsoft.com/office/officeart/2005/8/layout/pyramid2"/>
    <dgm:cxn modelId="{6D5F0CA2-7540-41ED-A763-EA6358ED7A19}" type="presParOf" srcId="{5A29D46F-47C3-4C9F-8178-CE7BDB2CAE6D}" destId="{F79EB71C-022C-4F56-A2E0-F90B3FAD1E71}" srcOrd="0" destOrd="0" presId="urn:microsoft.com/office/officeart/2005/8/layout/pyramid2"/>
    <dgm:cxn modelId="{37D1B053-DD43-401A-9D11-EF1D4D37BA19}" type="presParOf" srcId="{5A29D46F-47C3-4C9F-8178-CE7BDB2CAE6D}" destId="{8682820A-8CBC-4519-808C-066CAF685E83}" srcOrd="1" destOrd="0" presId="urn:microsoft.com/office/officeart/2005/8/layout/pyramid2"/>
    <dgm:cxn modelId="{E5FA424A-8FB7-407F-BE73-3EFAF4A6BD9A}" type="presParOf" srcId="{5A29D46F-47C3-4C9F-8178-CE7BDB2CAE6D}" destId="{55274D41-BF5C-45EB-B95F-3398B272A087}" srcOrd="2" destOrd="0" presId="urn:microsoft.com/office/officeart/2005/8/layout/pyramid2"/>
    <dgm:cxn modelId="{F24E495F-058D-4ACF-BCDD-AD3AC116A661}" type="presParOf" srcId="{5A29D46F-47C3-4C9F-8178-CE7BDB2CAE6D}" destId="{876A0112-87F0-4007-8EEC-636F30ED96F0}" srcOrd="3" destOrd="0" presId="urn:microsoft.com/office/officeart/2005/8/layout/pyramid2"/>
    <dgm:cxn modelId="{CC875795-102F-4296-9813-BB7B942C5A08}" type="presParOf" srcId="{5A29D46F-47C3-4C9F-8178-CE7BDB2CAE6D}" destId="{D4047046-8DB6-439F-99DC-B1B0D18F2189}" srcOrd="4" destOrd="0" presId="urn:microsoft.com/office/officeart/2005/8/layout/pyramid2"/>
    <dgm:cxn modelId="{79003DD7-4E83-47F7-8DA1-49F182EA46AA}" type="presParOf" srcId="{5A29D46F-47C3-4C9F-8178-CE7BDB2CAE6D}" destId="{92584144-864B-4B5B-AF69-EBEBFC42E17E}" srcOrd="5" destOrd="0" presId="urn:microsoft.com/office/officeart/2005/8/layout/pyramid2"/>
    <dgm:cxn modelId="{8D4F3652-E3D1-4DD0-9615-777C39547079}" type="presParOf" srcId="{5A29D46F-47C3-4C9F-8178-CE7BDB2CAE6D}" destId="{29435345-6DC0-444A-AD1E-032E3C5656CA}" srcOrd="6" destOrd="0" presId="urn:microsoft.com/office/officeart/2005/8/layout/pyramid2"/>
    <dgm:cxn modelId="{E0AADBF7-14AD-4112-B013-02E5569B5DC3}" type="presParOf" srcId="{5A29D46F-47C3-4C9F-8178-CE7BDB2CAE6D}" destId="{2CB3FDA0-647C-43A2-B65D-947D588E4EE3}" srcOrd="7" destOrd="0" presId="urn:microsoft.com/office/officeart/2005/8/layout/pyramid2"/>
    <dgm:cxn modelId="{01D1F642-E8AF-4FB9-A33E-5A82D63A9340}" type="presParOf" srcId="{5A29D46F-47C3-4C9F-8178-CE7BDB2CAE6D}" destId="{0611B6F0-270A-4111-97AE-B8D1474BE45D}" srcOrd="8" destOrd="0" presId="urn:microsoft.com/office/officeart/2005/8/layout/pyramid2"/>
    <dgm:cxn modelId="{79F891A1-16D5-4FA3-A1BD-423A12A5F35A}" type="presParOf" srcId="{5A29D46F-47C3-4C9F-8178-CE7BDB2CAE6D}" destId="{86951B3C-96B4-4A08-99E4-D52CCA534E21}" srcOrd="9" destOrd="0" presId="urn:microsoft.com/office/officeart/2005/8/layout/pyramid2"/>
    <dgm:cxn modelId="{B3FD568C-CCE8-480C-BD61-FDDD84512372}" type="presParOf" srcId="{5A29D46F-47C3-4C9F-8178-CE7BDB2CAE6D}" destId="{2D0B9FFE-1F96-4977-BB63-CA0B922BED61}" srcOrd="10" destOrd="0" presId="urn:microsoft.com/office/officeart/2005/8/layout/pyramid2"/>
    <dgm:cxn modelId="{AB744DC5-FAA4-489E-975C-078503FF0759}" type="presParOf" srcId="{5A29D46F-47C3-4C9F-8178-CE7BDB2CAE6D}" destId="{CEF68A27-A6AE-482C-BF99-DDE6F554AE4D}" srcOrd="11" destOrd="0" presId="urn:microsoft.com/office/officeart/2005/8/layout/pyramid2"/>
    <dgm:cxn modelId="{FFA07028-57AC-4C97-9ADD-C2B687958F4C}" type="presParOf" srcId="{5A29D46F-47C3-4C9F-8178-CE7BDB2CAE6D}" destId="{E52974C3-C22E-46BE-973B-43B179985A96}" srcOrd="12" destOrd="0" presId="urn:microsoft.com/office/officeart/2005/8/layout/pyramid2"/>
    <dgm:cxn modelId="{BF792A51-6AA2-4435-8D91-6E70ED50CB9A}" type="presParOf" srcId="{5A29D46F-47C3-4C9F-8178-CE7BDB2CAE6D}" destId="{A08CF098-D8A4-4F7B-892D-234404AADC97}" srcOrd="13" destOrd="0" presId="urn:microsoft.com/office/officeart/2005/8/layout/pyramid2"/>
    <dgm:cxn modelId="{4C324066-FDA3-4DE6-8614-D3BC67A20A32}" type="presParOf" srcId="{5A29D46F-47C3-4C9F-8178-CE7BDB2CAE6D}" destId="{9C5B6048-7FCA-466E-9A9F-784D8C3AF32F}" srcOrd="14" destOrd="0" presId="urn:microsoft.com/office/officeart/2005/8/layout/pyramid2"/>
    <dgm:cxn modelId="{C8DFEDAE-A2AC-4CFC-A5A2-9C83CE704D09}" type="presParOf" srcId="{5A29D46F-47C3-4C9F-8178-CE7BDB2CAE6D}" destId="{CC7946C8-32A2-40F4-90B0-9E3B7691CFAE}" srcOrd="15" destOrd="0" presId="urn:microsoft.com/office/officeart/2005/8/layout/pyramid2"/>
    <dgm:cxn modelId="{C5873020-CEB8-4565-BA0E-126E291C5240}" type="presParOf" srcId="{5A29D46F-47C3-4C9F-8178-CE7BDB2CAE6D}" destId="{1D54D04C-CC09-4A62-A482-EDC064EB0B51}" srcOrd="16" destOrd="0" presId="urn:microsoft.com/office/officeart/2005/8/layout/pyramid2"/>
    <dgm:cxn modelId="{80B7A257-DFD6-4235-8F3F-DB23373C00FE}" type="presParOf" srcId="{5A29D46F-47C3-4C9F-8178-CE7BDB2CAE6D}" destId="{D02EC552-AA69-40D3-893B-AB967CCD5F87}" srcOrd="17" destOrd="0" presId="urn:microsoft.com/office/officeart/2005/8/layout/pyramid2"/>
    <dgm:cxn modelId="{7276FA35-27FF-40C2-9CD3-CA6BE300F323}" type="presParOf" srcId="{5A29D46F-47C3-4C9F-8178-CE7BDB2CAE6D}" destId="{D3EE0162-1D5B-426B-A7E8-D391118BB742}" srcOrd="18" destOrd="0" presId="urn:microsoft.com/office/officeart/2005/8/layout/pyramid2"/>
    <dgm:cxn modelId="{6BE1F074-66DD-4158-AC75-A4A6B5DEC158}" type="presParOf" srcId="{5A29D46F-47C3-4C9F-8178-CE7BDB2CAE6D}" destId="{BD740F9B-E161-4D33-9327-5AA6A2FEA118}" srcOrd="19" destOrd="0" presId="urn:microsoft.com/office/officeart/2005/8/layout/pyramid2"/>
    <dgm:cxn modelId="{A5DE4068-7930-46B4-8BA9-1C360541CC66}" type="presParOf" srcId="{5A29D46F-47C3-4C9F-8178-CE7BDB2CAE6D}" destId="{E2D84E81-0307-4089-923C-E36D5870BAD4}" srcOrd="20" destOrd="0" presId="urn:microsoft.com/office/officeart/2005/8/layout/pyramid2"/>
    <dgm:cxn modelId="{CC22732B-D2A3-42A9-BCB3-FC2266C99238}" type="presParOf" srcId="{5A29D46F-47C3-4C9F-8178-CE7BDB2CAE6D}" destId="{3AD16592-9BFF-48A9-B9FC-84E19A5DCCF8}" srcOrd="21" destOrd="0" presId="urn:microsoft.com/office/officeart/2005/8/layout/pyramid2"/>
    <dgm:cxn modelId="{8E2379F5-8306-46D5-A2EB-CDFC7CE3222A}" type="presParOf" srcId="{5A29D46F-47C3-4C9F-8178-CE7BDB2CAE6D}" destId="{58452DD1-36F2-4E1A-AAA5-E8669528FBD3}" srcOrd="22" destOrd="0" presId="urn:microsoft.com/office/officeart/2005/8/layout/pyramid2"/>
    <dgm:cxn modelId="{70A5CBBF-DD81-4E28-B213-70540ABFD317}" type="presParOf" srcId="{5A29D46F-47C3-4C9F-8178-CE7BDB2CAE6D}" destId="{F66AFB3D-1059-4970-80AB-D57511F16248}" srcOrd="2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0F529F-88D0-49BE-9E59-4F9428B3D9B3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E5B96C-4279-4D0F-8132-7A194BD36A33}">
      <dgm:prSet/>
      <dgm:spPr/>
      <dgm:t>
        <a:bodyPr/>
        <a:lstStyle/>
        <a:p>
          <a:pPr rtl="0"/>
          <a:r>
            <a:rPr lang="en-US" b="1" dirty="0" smtClean="0"/>
            <a:t>LangChain Documentation</a:t>
          </a:r>
          <a:r>
            <a:rPr lang="en-US" dirty="0" smtClean="0"/>
            <a:t> – Building applications with LLMs</a:t>
          </a:r>
          <a:br>
            <a:rPr lang="en-US" dirty="0" smtClean="0"/>
          </a:br>
          <a:r>
            <a:rPr lang="en-US" dirty="0" smtClean="0"/>
            <a:t>https://www.langchain.com/docs/</a:t>
          </a:r>
          <a:endParaRPr lang="en-US" dirty="0"/>
        </a:p>
      </dgm:t>
    </dgm:pt>
    <dgm:pt modelId="{A06C3CC0-6A76-411D-8FCD-2E7730FF99EF}" type="parTrans" cxnId="{BCEC402A-CCAA-4253-8739-B1B6A27C51D9}">
      <dgm:prSet/>
      <dgm:spPr/>
      <dgm:t>
        <a:bodyPr/>
        <a:lstStyle/>
        <a:p>
          <a:endParaRPr lang="en-US"/>
        </a:p>
      </dgm:t>
    </dgm:pt>
    <dgm:pt modelId="{427724C3-808F-4184-BCAD-D4C6D33A26CA}" type="sibTrans" cxnId="{BCEC402A-CCAA-4253-8739-B1B6A27C51D9}">
      <dgm:prSet/>
      <dgm:spPr/>
      <dgm:t>
        <a:bodyPr/>
        <a:lstStyle/>
        <a:p>
          <a:endParaRPr lang="en-US"/>
        </a:p>
      </dgm:t>
    </dgm:pt>
    <dgm:pt modelId="{620AAFAD-5D46-429E-88D6-C37EA0CF0682}">
      <dgm:prSet/>
      <dgm:spPr/>
      <dgm:t>
        <a:bodyPr/>
        <a:lstStyle/>
        <a:p>
          <a:pPr rtl="0"/>
          <a:r>
            <a:rPr lang="en-US" b="1" smtClean="0"/>
            <a:t>NewsAPI</a:t>
          </a:r>
          <a:r>
            <a:rPr lang="en-US" smtClean="0"/>
            <a:t> – Fetching live news articles</a:t>
          </a:r>
          <a:br>
            <a:rPr lang="en-US" smtClean="0"/>
          </a:br>
          <a:r>
            <a:rPr lang="en-US" smtClean="0"/>
            <a:t>https://newsapi.org/docs</a:t>
          </a:r>
          <a:endParaRPr lang="en-US"/>
        </a:p>
      </dgm:t>
    </dgm:pt>
    <dgm:pt modelId="{B78603A8-D7AB-455D-AEDB-6C61C957EEC2}" type="parTrans" cxnId="{4C154EAB-E73C-4668-9604-2F51DE322136}">
      <dgm:prSet/>
      <dgm:spPr/>
      <dgm:t>
        <a:bodyPr/>
        <a:lstStyle/>
        <a:p>
          <a:endParaRPr lang="en-US"/>
        </a:p>
      </dgm:t>
    </dgm:pt>
    <dgm:pt modelId="{E4A9A1FA-8C5A-48FE-819C-86152CD89C62}" type="sibTrans" cxnId="{4C154EAB-E73C-4668-9604-2F51DE322136}">
      <dgm:prSet/>
      <dgm:spPr/>
      <dgm:t>
        <a:bodyPr/>
        <a:lstStyle/>
        <a:p>
          <a:endParaRPr lang="en-US"/>
        </a:p>
      </dgm:t>
    </dgm:pt>
    <dgm:pt modelId="{D7C8649F-915F-484A-92EC-3233A262FE0C}">
      <dgm:prSet/>
      <dgm:spPr/>
      <dgm:t>
        <a:bodyPr/>
        <a:lstStyle/>
        <a:p>
          <a:pPr rtl="0"/>
          <a:r>
            <a:rPr lang="en-US" b="1" smtClean="0"/>
            <a:t>Streamlit Documentation</a:t>
          </a:r>
          <a:r>
            <a:rPr lang="en-US" smtClean="0"/>
            <a:t> – Building interactive Python apps</a:t>
          </a:r>
          <a:br>
            <a:rPr lang="en-US" smtClean="0"/>
          </a:br>
          <a:r>
            <a:rPr lang="en-US" smtClean="0"/>
            <a:t>https://docs.streamlit.io/</a:t>
          </a:r>
          <a:endParaRPr lang="en-US"/>
        </a:p>
      </dgm:t>
    </dgm:pt>
    <dgm:pt modelId="{361B2046-15A4-4CB3-91E5-8679EDB00B5E}" type="parTrans" cxnId="{0EE21704-9E49-417A-9212-327B3935D582}">
      <dgm:prSet/>
      <dgm:spPr/>
      <dgm:t>
        <a:bodyPr/>
        <a:lstStyle/>
        <a:p>
          <a:endParaRPr lang="en-US"/>
        </a:p>
      </dgm:t>
    </dgm:pt>
    <dgm:pt modelId="{6DDC5487-201E-46BD-B627-953AF73B18BE}" type="sibTrans" cxnId="{0EE21704-9E49-417A-9212-327B3935D582}">
      <dgm:prSet/>
      <dgm:spPr/>
      <dgm:t>
        <a:bodyPr/>
        <a:lstStyle/>
        <a:p>
          <a:endParaRPr lang="en-US"/>
        </a:p>
      </dgm:t>
    </dgm:pt>
    <dgm:pt modelId="{1C40C1B9-F098-4225-A9B0-D4F1E0256875}">
      <dgm:prSet/>
      <dgm:spPr/>
      <dgm:t>
        <a:bodyPr/>
        <a:lstStyle/>
        <a:p>
          <a:pPr rtl="0"/>
          <a:r>
            <a:rPr lang="en-US" b="1" smtClean="0"/>
            <a:t>Python fpdf2 Library</a:t>
          </a:r>
          <a:r>
            <a:rPr lang="en-US" smtClean="0"/>
            <a:t> – PDF generation</a:t>
          </a:r>
          <a:br>
            <a:rPr lang="en-US" smtClean="0"/>
          </a:br>
          <a:r>
            <a:rPr lang="en-US" smtClean="0"/>
            <a:t>https://pyfpdf.github.io/fpdf2/</a:t>
          </a:r>
          <a:endParaRPr lang="en-US"/>
        </a:p>
      </dgm:t>
    </dgm:pt>
    <dgm:pt modelId="{4227ACE3-2D8E-4162-AE8E-7B75E491D9A8}" type="parTrans" cxnId="{92141EED-FC44-4B54-A181-D0AA63688E59}">
      <dgm:prSet/>
      <dgm:spPr/>
      <dgm:t>
        <a:bodyPr/>
        <a:lstStyle/>
        <a:p>
          <a:endParaRPr lang="en-US"/>
        </a:p>
      </dgm:t>
    </dgm:pt>
    <dgm:pt modelId="{49CBBAF0-21F6-4788-BA57-6CD9003D652E}" type="sibTrans" cxnId="{92141EED-FC44-4B54-A181-D0AA63688E59}">
      <dgm:prSet/>
      <dgm:spPr/>
      <dgm:t>
        <a:bodyPr/>
        <a:lstStyle/>
        <a:p>
          <a:endParaRPr lang="en-US"/>
        </a:p>
      </dgm:t>
    </dgm:pt>
    <dgm:pt modelId="{4E25DF91-DE62-4D00-A81A-11A8CFC36AF3}">
      <dgm:prSet/>
      <dgm:spPr/>
      <dgm:t>
        <a:bodyPr/>
        <a:lstStyle/>
        <a:p>
          <a:pPr rtl="0"/>
          <a:r>
            <a:rPr lang="en-US" b="1" dirty="0" smtClean="0"/>
            <a:t>Medium Article: Building a News Summarizer with LLMs</a:t>
          </a:r>
          <a:r>
            <a:rPr lang="en-US" dirty="0" smtClean="0"/>
            <a:t> – Tutorial reference</a:t>
          </a:r>
          <a:br>
            <a:rPr lang="en-US" dirty="0" smtClean="0"/>
          </a:br>
          <a:r>
            <a:rPr lang="en-US" dirty="0" smtClean="0"/>
            <a:t>https://medium.com/@your-reference-link</a:t>
          </a:r>
          <a:endParaRPr lang="en-US" dirty="0"/>
        </a:p>
      </dgm:t>
    </dgm:pt>
    <dgm:pt modelId="{2620B59F-A1FE-4306-8FBF-F3E818E138D0}" type="parTrans" cxnId="{1B2B35D7-9F59-4396-82E8-CD1A9CC46480}">
      <dgm:prSet/>
      <dgm:spPr/>
      <dgm:t>
        <a:bodyPr/>
        <a:lstStyle/>
        <a:p>
          <a:endParaRPr lang="en-US"/>
        </a:p>
      </dgm:t>
    </dgm:pt>
    <dgm:pt modelId="{DBC53050-A790-46B3-9C27-5438056E9CDC}" type="sibTrans" cxnId="{1B2B35D7-9F59-4396-82E8-CD1A9CC46480}">
      <dgm:prSet/>
      <dgm:spPr/>
      <dgm:t>
        <a:bodyPr/>
        <a:lstStyle/>
        <a:p>
          <a:endParaRPr lang="en-US"/>
        </a:p>
      </dgm:t>
    </dgm:pt>
    <dgm:pt modelId="{0923B8B3-EB5E-4CB3-9A8E-15B8280FA7B0}">
      <dgm:prSet/>
      <dgm:spPr/>
      <dgm:t>
        <a:bodyPr/>
        <a:lstStyle/>
        <a:p>
          <a:pPr rtl="0"/>
          <a:r>
            <a:rPr lang="en-US" b="1" smtClean="0"/>
            <a:t>Python Pandas Documentation</a:t>
          </a:r>
          <a:r>
            <a:rPr lang="en-US" smtClean="0"/>
            <a:t> – Data handling and CSV/Excel export</a:t>
          </a:r>
          <a:br>
            <a:rPr lang="en-US" smtClean="0"/>
          </a:br>
          <a:r>
            <a:rPr lang="en-US" smtClean="0"/>
            <a:t>https://pandas.pydata.org/docs/</a:t>
          </a:r>
          <a:endParaRPr lang="en-US"/>
        </a:p>
      </dgm:t>
    </dgm:pt>
    <dgm:pt modelId="{18CFEFE1-97DC-4D92-84A8-B55233F8E88F}" type="parTrans" cxnId="{FAEF7F91-A90F-4D07-82A0-A498A1224D71}">
      <dgm:prSet/>
      <dgm:spPr/>
      <dgm:t>
        <a:bodyPr/>
        <a:lstStyle/>
        <a:p>
          <a:endParaRPr lang="en-US"/>
        </a:p>
      </dgm:t>
    </dgm:pt>
    <dgm:pt modelId="{C7CBB2B5-3FCB-4E89-BEA0-1E3C1F5B4CC3}" type="sibTrans" cxnId="{FAEF7F91-A90F-4D07-82A0-A498A1224D71}">
      <dgm:prSet/>
      <dgm:spPr/>
      <dgm:t>
        <a:bodyPr/>
        <a:lstStyle/>
        <a:p>
          <a:endParaRPr lang="en-US"/>
        </a:p>
      </dgm:t>
    </dgm:pt>
    <dgm:pt modelId="{7BD4D451-8C8B-42E1-B558-D52813B7DBC6}" type="pres">
      <dgm:prSet presAssocID="{340F529F-88D0-49BE-9E59-4F9428B3D9B3}" presName="vert0" presStyleCnt="0">
        <dgm:presLayoutVars>
          <dgm:dir/>
          <dgm:animOne val="branch"/>
          <dgm:animLvl val="lvl"/>
        </dgm:presLayoutVars>
      </dgm:prSet>
      <dgm:spPr/>
    </dgm:pt>
    <dgm:pt modelId="{4411A2F5-95B0-4BEC-AF2C-911B7F4DDD1A}" type="pres">
      <dgm:prSet presAssocID="{05E5B96C-4279-4D0F-8132-7A194BD36A33}" presName="thickLine" presStyleLbl="alignNode1" presStyleIdx="0" presStyleCnt="6"/>
      <dgm:spPr/>
    </dgm:pt>
    <dgm:pt modelId="{AAF8C622-C1D1-4E04-B5F9-34A7FCF49622}" type="pres">
      <dgm:prSet presAssocID="{05E5B96C-4279-4D0F-8132-7A194BD36A33}" presName="horz1" presStyleCnt="0"/>
      <dgm:spPr/>
    </dgm:pt>
    <dgm:pt modelId="{03760680-8C97-448F-8073-6C89E1A5A485}" type="pres">
      <dgm:prSet presAssocID="{05E5B96C-4279-4D0F-8132-7A194BD36A33}" presName="tx1" presStyleLbl="revTx" presStyleIdx="0" presStyleCnt="6"/>
      <dgm:spPr/>
    </dgm:pt>
    <dgm:pt modelId="{35946F15-E3BF-4B31-A712-CB13C22DAD84}" type="pres">
      <dgm:prSet presAssocID="{05E5B96C-4279-4D0F-8132-7A194BD36A33}" presName="vert1" presStyleCnt="0"/>
      <dgm:spPr/>
    </dgm:pt>
    <dgm:pt modelId="{80E1D3E8-B790-4254-AFC7-0F36707C2E5D}" type="pres">
      <dgm:prSet presAssocID="{620AAFAD-5D46-429E-88D6-C37EA0CF0682}" presName="thickLine" presStyleLbl="alignNode1" presStyleIdx="1" presStyleCnt="6"/>
      <dgm:spPr/>
    </dgm:pt>
    <dgm:pt modelId="{F3CA90E6-03A6-4B3B-B24F-0019B6CA4B93}" type="pres">
      <dgm:prSet presAssocID="{620AAFAD-5D46-429E-88D6-C37EA0CF0682}" presName="horz1" presStyleCnt="0"/>
      <dgm:spPr/>
    </dgm:pt>
    <dgm:pt modelId="{207EDBC1-FBFD-4A4F-91BD-584AAD6E3B34}" type="pres">
      <dgm:prSet presAssocID="{620AAFAD-5D46-429E-88D6-C37EA0CF0682}" presName="tx1" presStyleLbl="revTx" presStyleIdx="1" presStyleCnt="6"/>
      <dgm:spPr/>
    </dgm:pt>
    <dgm:pt modelId="{DFACA35F-8B4C-4284-AEE8-EE040685006F}" type="pres">
      <dgm:prSet presAssocID="{620AAFAD-5D46-429E-88D6-C37EA0CF0682}" presName="vert1" presStyleCnt="0"/>
      <dgm:spPr/>
    </dgm:pt>
    <dgm:pt modelId="{EC7602DF-F7AF-4CA2-9A5A-A3A19142C412}" type="pres">
      <dgm:prSet presAssocID="{D7C8649F-915F-484A-92EC-3233A262FE0C}" presName="thickLine" presStyleLbl="alignNode1" presStyleIdx="2" presStyleCnt="6"/>
      <dgm:spPr/>
    </dgm:pt>
    <dgm:pt modelId="{A2589AF4-DD68-4E46-AA83-86CFED26E925}" type="pres">
      <dgm:prSet presAssocID="{D7C8649F-915F-484A-92EC-3233A262FE0C}" presName="horz1" presStyleCnt="0"/>
      <dgm:spPr/>
    </dgm:pt>
    <dgm:pt modelId="{426726EC-35E9-412D-95A8-BD1C510C6564}" type="pres">
      <dgm:prSet presAssocID="{D7C8649F-915F-484A-92EC-3233A262FE0C}" presName="tx1" presStyleLbl="revTx" presStyleIdx="2" presStyleCnt="6"/>
      <dgm:spPr/>
    </dgm:pt>
    <dgm:pt modelId="{2D0A8708-0EC0-43A8-A800-8D3C687829A2}" type="pres">
      <dgm:prSet presAssocID="{D7C8649F-915F-484A-92EC-3233A262FE0C}" presName="vert1" presStyleCnt="0"/>
      <dgm:spPr/>
    </dgm:pt>
    <dgm:pt modelId="{8A82308A-D9D5-4515-BF24-67BF40E6CDB2}" type="pres">
      <dgm:prSet presAssocID="{1C40C1B9-F098-4225-A9B0-D4F1E0256875}" presName="thickLine" presStyleLbl="alignNode1" presStyleIdx="3" presStyleCnt="6"/>
      <dgm:spPr/>
    </dgm:pt>
    <dgm:pt modelId="{EA8C4FE5-947B-4CB1-A731-8194E1C01ABB}" type="pres">
      <dgm:prSet presAssocID="{1C40C1B9-F098-4225-A9B0-D4F1E0256875}" presName="horz1" presStyleCnt="0"/>
      <dgm:spPr/>
    </dgm:pt>
    <dgm:pt modelId="{982A3C43-CDC7-4C08-AF87-A90308441BD8}" type="pres">
      <dgm:prSet presAssocID="{1C40C1B9-F098-4225-A9B0-D4F1E0256875}" presName="tx1" presStyleLbl="revTx" presStyleIdx="3" presStyleCnt="6"/>
      <dgm:spPr/>
    </dgm:pt>
    <dgm:pt modelId="{8C4C1571-0C9B-4F87-9708-839E0707E075}" type="pres">
      <dgm:prSet presAssocID="{1C40C1B9-F098-4225-A9B0-D4F1E0256875}" presName="vert1" presStyleCnt="0"/>
      <dgm:spPr/>
    </dgm:pt>
    <dgm:pt modelId="{61A064E0-B394-4F85-8D62-D3BECECE8683}" type="pres">
      <dgm:prSet presAssocID="{4E25DF91-DE62-4D00-A81A-11A8CFC36AF3}" presName="thickLine" presStyleLbl="alignNode1" presStyleIdx="4" presStyleCnt="6"/>
      <dgm:spPr/>
    </dgm:pt>
    <dgm:pt modelId="{89498793-3034-4004-9FE0-395646FE352A}" type="pres">
      <dgm:prSet presAssocID="{4E25DF91-DE62-4D00-A81A-11A8CFC36AF3}" presName="horz1" presStyleCnt="0"/>
      <dgm:spPr/>
    </dgm:pt>
    <dgm:pt modelId="{4FB75D51-68B0-49C3-88DF-8B7BC4EF70DC}" type="pres">
      <dgm:prSet presAssocID="{4E25DF91-DE62-4D00-A81A-11A8CFC36AF3}" presName="tx1" presStyleLbl="revTx" presStyleIdx="4" presStyleCnt="6"/>
      <dgm:spPr/>
      <dgm:t>
        <a:bodyPr/>
        <a:lstStyle/>
        <a:p>
          <a:endParaRPr lang="en-US"/>
        </a:p>
      </dgm:t>
    </dgm:pt>
    <dgm:pt modelId="{5712836C-8EFD-4AA1-A9A7-4433D1F4D31F}" type="pres">
      <dgm:prSet presAssocID="{4E25DF91-DE62-4D00-A81A-11A8CFC36AF3}" presName="vert1" presStyleCnt="0"/>
      <dgm:spPr/>
    </dgm:pt>
    <dgm:pt modelId="{CAD093F1-F36E-42D8-A038-F4755C3A0520}" type="pres">
      <dgm:prSet presAssocID="{0923B8B3-EB5E-4CB3-9A8E-15B8280FA7B0}" presName="thickLine" presStyleLbl="alignNode1" presStyleIdx="5" presStyleCnt="6"/>
      <dgm:spPr/>
    </dgm:pt>
    <dgm:pt modelId="{840333DD-BC1F-4F82-B0D5-7A38CEEBFC11}" type="pres">
      <dgm:prSet presAssocID="{0923B8B3-EB5E-4CB3-9A8E-15B8280FA7B0}" presName="horz1" presStyleCnt="0"/>
      <dgm:spPr/>
    </dgm:pt>
    <dgm:pt modelId="{74FED363-74C2-44EB-98EA-9A7CA64C09DE}" type="pres">
      <dgm:prSet presAssocID="{0923B8B3-EB5E-4CB3-9A8E-15B8280FA7B0}" presName="tx1" presStyleLbl="revTx" presStyleIdx="5" presStyleCnt="6"/>
      <dgm:spPr/>
    </dgm:pt>
    <dgm:pt modelId="{06A5A4CC-ED0C-487F-9EA4-2D2E82B6ECA4}" type="pres">
      <dgm:prSet presAssocID="{0923B8B3-EB5E-4CB3-9A8E-15B8280FA7B0}" presName="vert1" presStyleCnt="0"/>
      <dgm:spPr/>
    </dgm:pt>
  </dgm:ptLst>
  <dgm:cxnLst>
    <dgm:cxn modelId="{BCEC402A-CCAA-4253-8739-B1B6A27C51D9}" srcId="{340F529F-88D0-49BE-9E59-4F9428B3D9B3}" destId="{05E5B96C-4279-4D0F-8132-7A194BD36A33}" srcOrd="0" destOrd="0" parTransId="{A06C3CC0-6A76-411D-8FCD-2E7730FF99EF}" sibTransId="{427724C3-808F-4184-BCAD-D4C6D33A26CA}"/>
    <dgm:cxn modelId="{1B2B35D7-9F59-4396-82E8-CD1A9CC46480}" srcId="{340F529F-88D0-49BE-9E59-4F9428B3D9B3}" destId="{4E25DF91-DE62-4D00-A81A-11A8CFC36AF3}" srcOrd="4" destOrd="0" parTransId="{2620B59F-A1FE-4306-8FBF-F3E818E138D0}" sibTransId="{DBC53050-A790-46B3-9C27-5438056E9CDC}"/>
    <dgm:cxn modelId="{FAEF7F91-A90F-4D07-82A0-A498A1224D71}" srcId="{340F529F-88D0-49BE-9E59-4F9428B3D9B3}" destId="{0923B8B3-EB5E-4CB3-9A8E-15B8280FA7B0}" srcOrd="5" destOrd="0" parTransId="{18CFEFE1-97DC-4D92-84A8-B55233F8E88F}" sibTransId="{C7CBB2B5-3FCB-4E89-BEA0-1E3C1F5B4CC3}"/>
    <dgm:cxn modelId="{88B1F8E9-82B5-46AD-B7B1-4B9AC4D1E06B}" type="presOf" srcId="{1C40C1B9-F098-4225-A9B0-D4F1E0256875}" destId="{982A3C43-CDC7-4C08-AF87-A90308441BD8}" srcOrd="0" destOrd="0" presId="urn:microsoft.com/office/officeart/2008/layout/LinedList"/>
    <dgm:cxn modelId="{4C154EAB-E73C-4668-9604-2F51DE322136}" srcId="{340F529F-88D0-49BE-9E59-4F9428B3D9B3}" destId="{620AAFAD-5D46-429E-88D6-C37EA0CF0682}" srcOrd="1" destOrd="0" parTransId="{B78603A8-D7AB-455D-AEDB-6C61C957EEC2}" sibTransId="{E4A9A1FA-8C5A-48FE-819C-86152CD89C62}"/>
    <dgm:cxn modelId="{37429AC8-E160-439F-9164-3273323798BE}" type="presOf" srcId="{620AAFAD-5D46-429E-88D6-C37EA0CF0682}" destId="{207EDBC1-FBFD-4A4F-91BD-584AAD6E3B34}" srcOrd="0" destOrd="0" presId="urn:microsoft.com/office/officeart/2008/layout/LinedList"/>
    <dgm:cxn modelId="{B688C542-E11A-4E13-89FA-B05A475BD341}" type="presOf" srcId="{340F529F-88D0-49BE-9E59-4F9428B3D9B3}" destId="{7BD4D451-8C8B-42E1-B558-D52813B7DBC6}" srcOrd="0" destOrd="0" presId="urn:microsoft.com/office/officeart/2008/layout/LinedList"/>
    <dgm:cxn modelId="{AC6A45F1-B5A7-42EE-8E45-781094317FD3}" type="presOf" srcId="{05E5B96C-4279-4D0F-8132-7A194BD36A33}" destId="{03760680-8C97-448F-8073-6C89E1A5A485}" srcOrd="0" destOrd="0" presId="urn:microsoft.com/office/officeart/2008/layout/LinedList"/>
    <dgm:cxn modelId="{F7D320C3-6C85-450E-BB66-657FA9F51F10}" type="presOf" srcId="{D7C8649F-915F-484A-92EC-3233A262FE0C}" destId="{426726EC-35E9-412D-95A8-BD1C510C6564}" srcOrd="0" destOrd="0" presId="urn:microsoft.com/office/officeart/2008/layout/LinedList"/>
    <dgm:cxn modelId="{FCA5B9E0-DC18-4A05-8616-19AF0ACF6AE7}" type="presOf" srcId="{4E25DF91-DE62-4D00-A81A-11A8CFC36AF3}" destId="{4FB75D51-68B0-49C3-88DF-8B7BC4EF70DC}" srcOrd="0" destOrd="0" presId="urn:microsoft.com/office/officeart/2008/layout/LinedList"/>
    <dgm:cxn modelId="{93C57434-F381-44D2-B259-2D7586599DF5}" type="presOf" srcId="{0923B8B3-EB5E-4CB3-9A8E-15B8280FA7B0}" destId="{74FED363-74C2-44EB-98EA-9A7CA64C09DE}" srcOrd="0" destOrd="0" presId="urn:microsoft.com/office/officeart/2008/layout/LinedList"/>
    <dgm:cxn modelId="{92141EED-FC44-4B54-A181-D0AA63688E59}" srcId="{340F529F-88D0-49BE-9E59-4F9428B3D9B3}" destId="{1C40C1B9-F098-4225-A9B0-D4F1E0256875}" srcOrd="3" destOrd="0" parTransId="{4227ACE3-2D8E-4162-AE8E-7B75E491D9A8}" sibTransId="{49CBBAF0-21F6-4788-BA57-6CD9003D652E}"/>
    <dgm:cxn modelId="{0EE21704-9E49-417A-9212-327B3935D582}" srcId="{340F529F-88D0-49BE-9E59-4F9428B3D9B3}" destId="{D7C8649F-915F-484A-92EC-3233A262FE0C}" srcOrd="2" destOrd="0" parTransId="{361B2046-15A4-4CB3-91E5-8679EDB00B5E}" sibTransId="{6DDC5487-201E-46BD-B627-953AF73B18BE}"/>
    <dgm:cxn modelId="{62D2057A-FA3F-42D1-96A9-C119374805E9}" type="presParOf" srcId="{7BD4D451-8C8B-42E1-B558-D52813B7DBC6}" destId="{4411A2F5-95B0-4BEC-AF2C-911B7F4DDD1A}" srcOrd="0" destOrd="0" presId="urn:microsoft.com/office/officeart/2008/layout/LinedList"/>
    <dgm:cxn modelId="{14DF36AD-8730-4437-A189-3216813F6411}" type="presParOf" srcId="{7BD4D451-8C8B-42E1-B558-D52813B7DBC6}" destId="{AAF8C622-C1D1-4E04-B5F9-34A7FCF49622}" srcOrd="1" destOrd="0" presId="urn:microsoft.com/office/officeart/2008/layout/LinedList"/>
    <dgm:cxn modelId="{81F030C2-F324-4719-B8CD-D76EEC86E391}" type="presParOf" srcId="{AAF8C622-C1D1-4E04-B5F9-34A7FCF49622}" destId="{03760680-8C97-448F-8073-6C89E1A5A485}" srcOrd="0" destOrd="0" presId="urn:microsoft.com/office/officeart/2008/layout/LinedList"/>
    <dgm:cxn modelId="{7E85E3EC-DD74-44FC-80E0-8AAEC2EEA9B7}" type="presParOf" srcId="{AAF8C622-C1D1-4E04-B5F9-34A7FCF49622}" destId="{35946F15-E3BF-4B31-A712-CB13C22DAD84}" srcOrd="1" destOrd="0" presId="urn:microsoft.com/office/officeart/2008/layout/LinedList"/>
    <dgm:cxn modelId="{B2A31106-C8C8-420A-B937-D948400BCC51}" type="presParOf" srcId="{7BD4D451-8C8B-42E1-B558-D52813B7DBC6}" destId="{80E1D3E8-B790-4254-AFC7-0F36707C2E5D}" srcOrd="2" destOrd="0" presId="urn:microsoft.com/office/officeart/2008/layout/LinedList"/>
    <dgm:cxn modelId="{CCDAA7DF-16CF-4286-99E1-AD8E5D1546F6}" type="presParOf" srcId="{7BD4D451-8C8B-42E1-B558-D52813B7DBC6}" destId="{F3CA90E6-03A6-4B3B-B24F-0019B6CA4B93}" srcOrd="3" destOrd="0" presId="urn:microsoft.com/office/officeart/2008/layout/LinedList"/>
    <dgm:cxn modelId="{1FC3FA11-D876-45AE-A134-2541044E6370}" type="presParOf" srcId="{F3CA90E6-03A6-4B3B-B24F-0019B6CA4B93}" destId="{207EDBC1-FBFD-4A4F-91BD-584AAD6E3B34}" srcOrd="0" destOrd="0" presId="urn:microsoft.com/office/officeart/2008/layout/LinedList"/>
    <dgm:cxn modelId="{4D0FBB25-45F9-44AC-8FF8-82D076984357}" type="presParOf" srcId="{F3CA90E6-03A6-4B3B-B24F-0019B6CA4B93}" destId="{DFACA35F-8B4C-4284-AEE8-EE040685006F}" srcOrd="1" destOrd="0" presId="urn:microsoft.com/office/officeart/2008/layout/LinedList"/>
    <dgm:cxn modelId="{586147D6-AE74-48AF-A955-9F04E9B6FA9F}" type="presParOf" srcId="{7BD4D451-8C8B-42E1-B558-D52813B7DBC6}" destId="{EC7602DF-F7AF-4CA2-9A5A-A3A19142C412}" srcOrd="4" destOrd="0" presId="urn:microsoft.com/office/officeart/2008/layout/LinedList"/>
    <dgm:cxn modelId="{4E906CB9-B0DA-4BBC-B4BF-5A11B96EA10E}" type="presParOf" srcId="{7BD4D451-8C8B-42E1-B558-D52813B7DBC6}" destId="{A2589AF4-DD68-4E46-AA83-86CFED26E925}" srcOrd="5" destOrd="0" presId="urn:microsoft.com/office/officeart/2008/layout/LinedList"/>
    <dgm:cxn modelId="{D9C97950-9DE6-4CF7-AC9C-7BBF230F4EB7}" type="presParOf" srcId="{A2589AF4-DD68-4E46-AA83-86CFED26E925}" destId="{426726EC-35E9-412D-95A8-BD1C510C6564}" srcOrd="0" destOrd="0" presId="urn:microsoft.com/office/officeart/2008/layout/LinedList"/>
    <dgm:cxn modelId="{B752F0BD-4965-4E58-A738-8981D17E8C5F}" type="presParOf" srcId="{A2589AF4-DD68-4E46-AA83-86CFED26E925}" destId="{2D0A8708-0EC0-43A8-A800-8D3C687829A2}" srcOrd="1" destOrd="0" presId="urn:microsoft.com/office/officeart/2008/layout/LinedList"/>
    <dgm:cxn modelId="{DC8D4995-8F0A-4457-ADE6-9340F5717164}" type="presParOf" srcId="{7BD4D451-8C8B-42E1-B558-D52813B7DBC6}" destId="{8A82308A-D9D5-4515-BF24-67BF40E6CDB2}" srcOrd="6" destOrd="0" presId="urn:microsoft.com/office/officeart/2008/layout/LinedList"/>
    <dgm:cxn modelId="{FFA7EFB6-5174-4291-879A-785F83BFE855}" type="presParOf" srcId="{7BD4D451-8C8B-42E1-B558-D52813B7DBC6}" destId="{EA8C4FE5-947B-4CB1-A731-8194E1C01ABB}" srcOrd="7" destOrd="0" presId="urn:microsoft.com/office/officeart/2008/layout/LinedList"/>
    <dgm:cxn modelId="{E4DAA98E-8838-45A5-B2EE-0AC666E1580E}" type="presParOf" srcId="{EA8C4FE5-947B-4CB1-A731-8194E1C01ABB}" destId="{982A3C43-CDC7-4C08-AF87-A90308441BD8}" srcOrd="0" destOrd="0" presId="urn:microsoft.com/office/officeart/2008/layout/LinedList"/>
    <dgm:cxn modelId="{275E9F72-0E33-42E0-B126-A6170BD45D7F}" type="presParOf" srcId="{EA8C4FE5-947B-4CB1-A731-8194E1C01ABB}" destId="{8C4C1571-0C9B-4F87-9708-839E0707E075}" srcOrd="1" destOrd="0" presId="urn:microsoft.com/office/officeart/2008/layout/LinedList"/>
    <dgm:cxn modelId="{820BC147-7163-47D3-9CDD-D88966A6926F}" type="presParOf" srcId="{7BD4D451-8C8B-42E1-B558-D52813B7DBC6}" destId="{61A064E0-B394-4F85-8D62-D3BECECE8683}" srcOrd="8" destOrd="0" presId="urn:microsoft.com/office/officeart/2008/layout/LinedList"/>
    <dgm:cxn modelId="{E9B34E5E-93FE-48A2-BCDF-6345B3F74AD0}" type="presParOf" srcId="{7BD4D451-8C8B-42E1-B558-D52813B7DBC6}" destId="{89498793-3034-4004-9FE0-395646FE352A}" srcOrd="9" destOrd="0" presId="urn:microsoft.com/office/officeart/2008/layout/LinedList"/>
    <dgm:cxn modelId="{F5CA82C8-55BC-4976-91D6-4FB57F22C9A1}" type="presParOf" srcId="{89498793-3034-4004-9FE0-395646FE352A}" destId="{4FB75D51-68B0-49C3-88DF-8B7BC4EF70DC}" srcOrd="0" destOrd="0" presId="urn:microsoft.com/office/officeart/2008/layout/LinedList"/>
    <dgm:cxn modelId="{11156B64-DF69-49CA-8AB8-6A57147FBEF3}" type="presParOf" srcId="{89498793-3034-4004-9FE0-395646FE352A}" destId="{5712836C-8EFD-4AA1-A9A7-4433D1F4D31F}" srcOrd="1" destOrd="0" presId="urn:microsoft.com/office/officeart/2008/layout/LinedList"/>
    <dgm:cxn modelId="{2B814EF3-228B-4179-A180-B54AEE106EF6}" type="presParOf" srcId="{7BD4D451-8C8B-42E1-B558-D52813B7DBC6}" destId="{CAD093F1-F36E-42D8-A038-F4755C3A0520}" srcOrd="10" destOrd="0" presId="urn:microsoft.com/office/officeart/2008/layout/LinedList"/>
    <dgm:cxn modelId="{F586CEE9-2378-4D99-97B9-1E52F3858CD4}" type="presParOf" srcId="{7BD4D451-8C8B-42E1-B558-D52813B7DBC6}" destId="{840333DD-BC1F-4F82-B0D5-7A38CEEBFC11}" srcOrd="11" destOrd="0" presId="urn:microsoft.com/office/officeart/2008/layout/LinedList"/>
    <dgm:cxn modelId="{09332719-1AA1-4EDB-84E7-89664ACC9865}" type="presParOf" srcId="{840333DD-BC1F-4F82-B0D5-7A38CEEBFC11}" destId="{74FED363-74C2-44EB-98EA-9A7CA64C09DE}" srcOrd="0" destOrd="0" presId="urn:microsoft.com/office/officeart/2008/layout/LinedList"/>
    <dgm:cxn modelId="{44ABB54A-A375-4448-85BA-793D0068052F}" type="presParOf" srcId="{840333DD-BC1F-4F82-B0D5-7A38CEEBFC11}" destId="{06A5A4CC-ED0C-487F-9EA4-2D2E82B6EC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FD7BE-F0BF-4614-80B3-1338642B4CE6}">
      <dsp:nvSpPr>
        <dsp:cNvPr id="0" name=""/>
        <dsp:cNvSpPr/>
      </dsp:nvSpPr>
      <dsp:spPr>
        <a:xfrm>
          <a:off x="0" y="483"/>
          <a:ext cx="6781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CC321-3214-4280-8CA3-FE63CCC1C504}">
      <dsp:nvSpPr>
        <dsp:cNvPr id="0" name=""/>
        <dsp:cNvSpPr/>
      </dsp:nvSpPr>
      <dsp:spPr>
        <a:xfrm>
          <a:off x="0" y="483"/>
          <a:ext cx="6781800" cy="565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smtClean="0"/>
            <a:t>Goal</a:t>
          </a:r>
          <a:endParaRPr lang="en-US" sz="1800" kern="1200"/>
        </a:p>
      </dsp:txBody>
      <dsp:txXfrm>
        <a:off x="0" y="483"/>
        <a:ext cx="6781800" cy="565918"/>
      </dsp:txXfrm>
    </dsp:sp>
    <dsp:sp modelId="{639BCE42-3074-44F2-B289-DEF2DD7A4C03}">
      <dsp:nvSpPr>
        <dsp:cNvPr id="0" name=""/>
        <dsp:cNvSpPr/>
      </dsp:nvSpPr>
      <dsp:spPr>
        <a:xfrm>
          <a:off x="0" y="566402"/>
          <a:ext cx="6781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92E3E-5722-4D3D-9296-A8C53F94C0D4}">
      <dsp:nvSpPr>
        <dsp:cNvPr id="0" name=""/>
        <dsp:cNvSpPr/>
      </dsp:nvSpPr>
      <dsp:spPr>
        <a:xfrm>
          <a:off x="0" y="566402"/>
          <a:ext cx="6781800" cy="565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Automate news collection &amp; summarization for </a:t>
          </a:r>
          <a:r>
            <a:rPr lang="en-US" sz="1800" b="1" kern="1200" smtClean="0"/>
            <a:t>equity research</a:t>
          </a:r>
          <a:endParaRPr lang="en-US" sz="1800" kern="1200"/>
        </a:p>
      </dsp:txBody>
      <dsp:txXfrm>
        <a:off x="0" y="566402"/>
        <a:ext cx="6781800" cy="565918"/>
      </dsp:txXfrm>
    </dsp:sp>
    <dsp:sp modelId="{E1594C12-27B3-4679-B454-529306987F20}">
      <dsp:nvSpPr>
        <dsp:cNvPr id="0" name=""/>
        <dsp:cNvSpPr/>
      </dsp:nvSpPr>
      <dsp:spPr>
        <a:xfrm>
          <a:off x="0" y="1132321"/>
          <a:ext cx="6781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321EEF-2E62-4786-B952-225B8B828714}">
      <dsp:nvSpPr>
        <dsp:cNvPr id="0" name=""/>
        <dsp:cNvSpPr/>
      </dsp:nvSpPr>
      <dsp:spPr>
        <a:xfrm>
          <a:off x="0" y="1132321"/>
          <a:ext cx="6781800" cy="565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smtClean="0"/>
            <a:t>Key Features</a:t>
          </a:r>
          <a:endParaRPr lang="en-US" sz="1800" kern="1200"/>
        </a:p>
      </dsp:txBody>
      <dsp:txXfrm>
        <a:off x="0" y="1132321"/>
        <a:ext cx="6781800" cy="565918"/>
      </dsp:txXfrm>
    </dsp:sp>
    <dsp:sp modelId="{8E3B7E72-5520-44FE-9784-44AAFC496688}">
      <dsp:nvSpPr>
        <dsp:cNvPr id="0" name=""/>
        <dsp:cNvSpPr/>
      </dsp:nvSpPr>
      <dsp:spPr>
        <a:xfrm>
          <a:off x="0" y="1698240"/>
          <a:ext cx="6781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42FE2-5A19-4EE9-A70D-658C0BB33839}">
      <dsp:nvSpPr>
        <dsp:cNvPr id="0" name=""/>
        <dsp:cNvSpPr/>
      </dsp:nvSpPr>
      <dsp:spPr>
        <a:xfrm>
          <a:off x="0" y="1698240"/>
          <a:ext cx="6781800" cy="565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📡 Fetch latest news from APIs (NewsAPI / GNews)</a:t>
          </a:r>
          <a:endParaRPr lang="en-US" sz="1800" kern="1200"/>
        </a:p>
      </dsp:txBody>
      <dsp:txXfrm>
        <a:off x="0" y="1698240"/>
        <a:ext cx="6781800" cy="565918"/>
      </dsp:txXfrm>
    </dsp:sp>
    <dsp:sp modelId="{A1918705-7302-45F7-B646-4A0BD197BB88}">
      <dsp:nvSpPr>
        <dsp:cNvPr id="0" name=""/>
        <dsp:cNvSpPr/>
      </dsp:nvSpPr>
      <dsp:spPr>
        <a:xfrm>
          <a:off x="0" y="2264159"/>
          <a:ext cx="6781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2CC3B-B6EA-4913-8E9D-0CD81CBCBCEB}">
      <dsp:nvSpPr>
        <dsp:cNvPr id="0" name=""/>
        <dsp:cNvSpPr/>
      </dsp:nvSpPr>
      <dsp:spPr>
        <a:xfrm>
          <a:off x="0" y="2264159"/>
          <a:ext cx="6781800" cy="565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🧠 Summarize content using LLMs (LangChain + </a:t>
          </a:r>
          <a:r>
            <a:rPr lang="en-US" sz="1800" kern="1200" dirty="0" err="1" smtClean="0"/>
            <a:t>OpenAI</a:t>
          </a:r>
          <a:r>
            <a:rPr lang="en-US" sz="1800" kern="1200" dirty="0" smtClean="0"/>
            <a:t>)</a:t>
          </a:r>
          <a:endParaRPr lang="en-US" sz="1800" kern="1200" dirty="0"/>
        </a:p>
      </dsp:txBody>
      <dsp:txXfrm>
        <a:off x="0" y="2264159"/>
        <a:ext cx="6781800" cy="565918"/>
      </dsp:txXfrm>
    </dsp:sp>
    <dsp:sp modelId="{5DA56914-82DA-4721-BF8B-ECC128B176E2}">
      <dsp:nvSpPr>
        <dsp:cNvPr id="0" name=""/>
        <dsp:cNvSpPr/>
      </dsp:nvSpPr>
      <dsp:spPr>
        <a:xfrm>
          <a:off x="0" y="2830078"/>
          <a:ext cx="6781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F0A560-D5EA-433A-97C8-20AE72E9EC74}">
      <dsp:nvSpPr>
        <dsp:cNvPr id="0" name=""/>
        <dsp:cNvSpPr/>
      </dsp:nvSpPr>
      <dsp:spPr>
        <a:xfrm>
          <a:off x="0" y="2830078"/>
          <a:ext cx="6781800" cy="565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😀 Sentiment detection (Positive / Negative / Neutral)</a:t>
          </a:r>
          <a:endParaRPr lang="en-US" sz="1800" kern="1200"/>
        </a:p>
      </dsp:txBody>
      <dsp:txXfrm>
        <a:off x="0" y="2830078"/>
        <a:ext cx="6781800" cy="565918"/>
      </dsp:txXfrm>
    </dsp:sp>
    <dsp:sp modelId="{CF30F567-7FF8-48E8-90B7-0997024ADA45}">
      <dsp:nvSpPr>
        <dsp:cNvPr id="0" name=""/>
        <dsp:cNvSpPr/>
      </dsp:nvSpPr>
      <dsp:spPr>
        <a:xfrm>
          <a:off x="0" y="3395997"/>
          <a:ext cx="67818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80769-9A2E-4FBD-9ADB-28FBF2A381F6}">
      <dsp:nvSpPr>
        <dsp:cNvPr id="0" name=""/>
        <dsp:cNvSpPr/>
      </dsp:nvSpPr>
      <dsp:spPr>
        <a:xfrm>
          <a:off x="0" y="3395997"/>
          <a:ext cx="6781800" cy="5659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/>
            <a:t>💻 User-friendly </a:t>
          </a:r>
          <a:r>
            <a:rPr lang="en-US" sz="1800" b="1" kern="1200" smtClean="0"/>
            <a:t>Streamlit</a:t>
          </a:r>
          <a:r>
            <a:rPr lang="en-US" sz="1800" kern="1200" smtClean="0"/>
            <a:t> web interface</a:t>
          </a:r>
          <a:endParaRPr lang="en-US" sz="1800" kern="1200"/>
        </a:p>
      </dsp:txBody>
      <dsp:txXfrm>
        <a:off x="0" y="3395997"/>
        <a:ext cx="6781800" cy="5659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58AE5-CACB-4A24-891B-83EC4F3B19F3}">
      <dsp:nvSpPr>
        <dsp:cNvPr id="0" name=""/>
        <dsp:cNvSpPr/>
      </dsp:nvSpPr>
      <dsp:spPr>
        <a:xfrm>
          <a:off x="1416128" y="327885"/>
          <a:ext cx="4828224" cy="4754429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16C79-8A6F-4C3B-9830-2121D850C758}">
      <dsp:nvSpPr>
        <dsp:cNvPr id="0" name=""/>
        <dsp:cNvSpPr/>
      </dsp:nvSpPr>
      <dsp:spPr>
        <a:xfrm>
          <a:off x="3830241" y="541548"/>
          <a:ext cx="3516630" cy="54947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🔴 </a:t>
          </a:r>
          <a:r>
            <a:rPr lang="en-US" sz="1300" b="1" kern="1200" smtClean="0"/>
            <a:t>Challenges</a:t>
          </a:r>
          <a:endParaRPr lang="en-US" sz="1300" kern="1200"/>
        </a:p>
      </dsp:txBody>
      <dsp:txXfrm>
        <a:off x="3857064" y="568371"/>
        <a:ext cx="3462984" cy="495827"/>
      </dsp:txXfrm>
    </dsp:sp>
    <dsp:sp modelId="{EBEE66AB-CF48-4E4A-ABA1-6E90087FB295}">
      <dsp:nvSpPr>
        <dsp:cNvPr id="0" name=""/>
        <dsp:cNvSpPr/>
      </dsp:nvSpPr>
      <dsp:spPr>
        <a:xfrm>
          <a:off x="3830241" y="1159705"/>
          <a:ext cx="3516630" cy="54947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Manual news analysis is </a:t>
          </a:r>
          <a:r>
            <a:rPr lang="en-US" sz="1300" b="1" kern="1200" smtClean="0"/>
            <a:t>time-consuming</a:t>
          </a:r>
          <a:endParaRPr lang="en-US" sz="1300" kern="1200"/>
        </a:p>
      </dsp:txBody>
      <dsp:txXfrm>
        <a:off x="3857064" y="1186528"/>
        <a:ext cx="3462984" cy="495827"/>
      </dsp:txXfrm>
    </dsp:sp>
    <dsp:sp modelId="{18B864F2-1754-4153-8224-C080C80515F4}">
      <dsp:nvSpPr>
        <dsp:cNvPr id="0" name=""/>
        <dsp:cNvSpPr/>
      </dsp:nvSpPr>
      <dsp:spPr>
        <a:xfrm>
          <a:off x="3830241" y="1777863"/>
          <a:ext cx="3516630" cy="54947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Too much data → </a:t>
          </a:r>
          <a:r>
            <a:rPr lang="en-US" sz="1300" b="1" kern="1200" smtClean="0"/>
            <a:t>information overload</a:t>
          </a:r>
          <a:endParaRPr lang="en-US" sz="1300" kern="1200"/>
        </a:p>
      </dsp:txBody>
      <dsp:txXfrm>
        <a:off x="3857064" y="1804686"/>
        <a:ext cx="3462984" cy="495827"/>
      </dsp:txXfrm>
    </dsp:sp>
    <dsp:sp modelId="{C3D2F4E5-4440-4CF9-B1A7-C0AB72B43304}">
      <dsp:nvSpPr>
        <dsp:cNvPr id="0" name=""/>
        <dsp:cNvSpPr/>
      </dsp:nvSpPr>
      <dsp:spPr>
        <a:xfrm>
          <a:off x="3830241" y="2396021"/>
          <a:ext cx="3516630" cy="54947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Analyst reports often have </a:t>
          </a:r>
          <a:r>
            <a:rPr lang="en-US" sz="1300" b="1" kern="1200" smtClean="0"/>
            <a:t>subjective bias</a:t>
          </a:r>
          <a:endParaRPr lang="en-US" sz="1300" kern="1200"/>
        </a:p>
      </dsp:txBody>
      <dsp:txXfrm>
        <a:off x="3857064" y="2422844"/>
        <a:ext cx="3462984" cy="495827"/>
      </dsp:txXfrm>
    </dsp:sp>
    <dsp:sp modelId="{C2D07F82-A9EE-4456-9A34-4A34EBC6DECA}">
      <dsp:nvSpPr>
        <dsp:cNvPr id="0" name=""/>
        <dsp:cNvSpPr/>
      </dsp:nvSpPr>
      <dsp:spPr>
        <a:xfrm>
          <a:off x="3830241" y="3014178"/>
          <a:ext cx="3516630" cy="54947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🟢 </a:t>
          </a:r>
          <a:r>
            <a:rPr lang="en-US" sz="1300" b="1" kern="1200" smtClean="0"/>
            <a:t>Our Solution</a:t>
          </a:r>
          <a:endParaRPr lang="en-US" sz="1300" kern="1200"/>
        </a:p>
      </dsp:txBody>
      <dsp:txXfrm>
        <a:off x="3857064" y="3041001"/>
        <a:ext cx="3462984" cy="495827"/>
      </dsp:txXfrm>
    </dsp:sp>
    <dsp:sp modelId="{0FD67859-97A7-4715-813A-05D5BF567EEB}">
      <dsp:nvSpPr>
        <dsp:cNvPr id="0" name=""/>
        <dsp:cNvSpPr/>
      </dsp:nvSpPr>
      <dsp:spPr>
        <a:xfrm>
          <a:off x="3830241" y="3632336"/>
          <a:ext cx="3516630" cy="54947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smtClean="0"/>
            <a:t>AI-driven summarization</a:t>
          </a:r>
          <a:r>
            <a:rPr lang="en-US" sz="1300" kern="1200" smtClean="0"/>
            <a:t> of articles</a:t>
          </a:r>
          <a:endParaRPr lang="en-US" sz="1300" kern="1200"/>
        </a:p>
      </dsp:txBody>
      <dsp:txXfrm>
        <a:off x="3857064" y="3659159"/>
        <a:ext cx="3462984" cy="495827"/>
      </dsp:txXfrm>
    </dsp:sp>
    <dsp:sp modelId="{F5B03BD6-6E87-49CD-8BA4-BECB13ED8F2B}">
      <dsp:nvSpPr>
        <dsp:cNvPr id="0" name=""/>
        <dsp:cNvSpPr/>
      </dsp:nvSpPr>
      <dsp:spPr>
        <a:xfrm>
          <a:off x="3830241" y="4250494"/>
          <a:ext cx="3516630" cy="54947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smtClean="0"/>
            <a:t>Automated sentiment detection</a:t>
          </a:r>
          <a:r>
            <a:rPr lang="en-US" sz="1300" kern="1200" smtClean="0"/>
            <a:t> for faster insights</a:t>
          </a:r>
          <a:endParaRPr lang="en-US" sz="1300" kern="1200"/>
        </a:p>
      </dsp:txBody>
      <dsp:txXfrm>
        <a:off x="3857064" y="4277317"/>
        <a:ext cx="3462984" cy="4958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F3046-89F2-43CD-85FB-A7B200AF76BC}">
      <dsp:nvSpPr>
        <dsp:cNvPr id="0" name=""/>
        <dsp:cNvSpPr/>
      </dsp:nvSpPr>
      <dsp:spPr>
        <a:xfrm>
          <a:off x="457214" y="1518"/>
          <a:ext cx="5918448" cy="236737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📌 </a:t>
          </a:r>
          <a:r>
            <a:rPr lang="en-US" sz="1800" b="1" kern="1200" dirty="0" smtClean="0"/>
            <a:t>Pipeline Overview</a:t>
          </a:r>
          <a:r>
            <a:rPr lang="en-US" sz="1800" kern="1200" dirty="0" smtClean="0"/>
            <a:t/>
          </a:r>
          <a:br>
            <a:rPr lang="en-US" sz="1800" kern="1200" dirty="0" smtClean="0"/>
          </a:br>
          <a:r>
            <a:rPr lang="en-US" sz="1800" kern="1200" dirty="0" smtClean="0"/>
            <a:t>1 Data Source → </a:t>
          </a:r>
          <a:r>
            <a:rPr lang="en-US" sz="1800" b="1" kern="1200" dirty="0" err="1" smtClean="0"/>
            <a:t>NewsAPI</a:t>
          </a:r>
          <a:r>
            <a:rPr lang="en-US" sz="1800" b="1" kern="1200" dirty="0" smtClean="0"/>
            <a:t> / </a:t>
          </a:r>
          <a:r>
            <a:rPr lang="en-US" sz="1800" b="1" kern="1200" dirty="0" err="1" smtClean="0"/>
            <a:t>GNews</a:t>
          </a:r>
          <a:r>
            <a:rPr lang="en-US" sz="1800" kern="1200" dirty="0" smtClean="0"/>
            <a:t/>
          </a:r>
          <a:br>
            <a:rPr lang="en-US" sz="1800" kern="1200" dirty="0" smtClean="0"/>
          </a:br>
          <a:r>
            <a:rPr lang="en-US" sz="1800" kern="1200" dirty="0" smtClean="0"/>
            <a:t>2 Processing → </a:t>
          </a:r>
          <a:r>
            <a:rPr lang="en-US" sz="1800" b="1" kern="1200" dirty="0" smtClean="0"/>
            <a:t>LangChain + LLM</a:t>
          </a:r>
          <a:r>
            <a:rPr lang="en-US" sz="1800" kern="1200" dirty="0" smtClean="0"/>
            <a:t/>
          </a:r>
          <a:br>
            <a:rPr lang="en-US" sz="1800" kern="1200" dirty="0" smtClean="0"/>
          </a:br>
          <a:r>
            <a:rPr lang="en-US" sz="1800" kern="1200" dirty="0" smtClean="0"/>
            <a:t>3 Output → </a:t>
          </a:r>
          <a:r>
            <a:rPr lang="en-US" sz="1800" b="1" kern="1200" dirty="0" smtClean="0"/>
            <a:t>Summarized Insights</a:t>
          </a:r>
          <a:r>
            <a:rPr lang="en-US" sz="1800" kern="1200" dirty="0" smtClean="0"/>
            <a:t/>
          </a:r>
          <a:br>
            <a:rPr lang="en-US" sz="1800" kern="1200" dirty="0" smtClean="0"/>
          </a:br>
          <a:r>
            <a:rPr lang="en-US" sz="1800" kern="1200" dirty="0" smtClean="0"/>
            <a:t>4 Frontend → </a:t>
          </a:r>
          <a:r>
            <a:rPr lang="en-US" sz="1800" b="1" kern="1200" dirty="0" err="1" smtClean="0"/>
            <a:t>Streamlit</a:t>
          </a:r>
          <a:r>
            <a:rPr lang="en-US" sz="1800" b="1" kern="1200" dirty="0" smtClean="0"/>
            <a:t> UI</a:t>
          </a:r>
          <a:r>
            <a:rPr lang="en-US" sz="1800" kern="1200" dirty="0" smtClean="0"/>
            <a:t/>
          </a:r>
          <a:br>
            <a:rPr lang="en-US" sz="1800" kern="1200" dirty="0" smtClean="0"/>
          </a:br>
          <a:r>
            <a:rPr lang="en-US" sz="1800" kern="1200" dirty="0" smtClean="0"/>
            <a:t>5  Optional → Query logging, history, export</a:t>
          </a:r>
          <a:endParaRPr lang="en-US" sz="1800" kern="1200" dirty="0"/>
        </a:p>
      </dsp:txBody>
      <dsp:txXfrm>
        <a:off x="1640904" y="1518"/>
        <a:ext cx="3551069" cy="23673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CE807-66C2-40AD-AF72-00E9AA61128B}">
      <dsp:nvSpPr>
        <dsp:cNvPr id="0" name=""/>
        <dsp:cNvSpPr/>
      </dsp:nvSpPr>
      <dsp:spPr>
        <a:xfrm>
          <a:off x="7664" y="0"/>
          <a:ext cx="7840935" cy="685800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i="1" kern="1200" dirty="0" smtClean="0"/>
            <a:t>(Insert flowchart: </a:t>
          </a:r>
          <a:r>
            <a:rPr lang="en-US" sz="2200" i="1" kern="1200" dirty="0" err="1" smtClean="0"/>
            <a:t>NewsAPI</a:t>
          </a:r>
          <a:r>
            <a:rPr lang="en-US" sz="2200" i="1" kern="1200" dirty="0" smtClean="0"/>
            <a:t> → LangChain → </a:t>
          </a:r>
          <a:r>
            <a:rPr lang="en-US" sz="2200" i="1" kern="1200" dirty="0" err="1" smtClean="0"/>
            <a:t>Streamlit</a:t>
          </a:r>
          <a:r>
            <a:rPr lang="en-US" sz="2200" i="1" kern="1200" dirty="0" smtClean="0"/>
            <a:t> → User)</a:t>
          </a:r>
          <a:endParaRPr lang="en-US" sz="2200" kern="1200" dirty="0"/>
        </a:p>
      </dsp:txBody>
      <dsp:txXfrm>
        <a:off x="27750" y="20086"/>
        <a:ext cx="7800763" cy="6456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3F7EDA-504F-4B6E-8BE0-A9CA06A94267}">
      <dsp:nvSpPr>
        <dsp:cNvPr id="0" name=""/>
        <dsp:cNvSpPr/>
      </dsp:nvSpPr>
      <dsp:spPr>
        <a:xfrm>
          <a:off x="2691439" y="48767"/>
          <a:ext cx="2535936" cy="2535936"/>
        </a:xfrm>
        <a:prstGeom prst="ellipse">
          <a:avLst/>
        </a:prstGeom>
        <a:solidFill>
          <a:srgbClr val="002060">
            <a:alpha val="50000"/>
          </a:srgb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⚙️ </a:t>
          </a:r>
          <a:r>
            <a:rPr lang="en-US" sz="1700" b="1" kern="1200" smtClean="0"/>
            <a:t>Setup Requirements</a:t>
          </a:r>
          <a:endParaRPr lang="en-US" sz="1700" kern="1200"/>
        </a:p>
      </dsp:txBody>
      <dsp:txXfrm>
        <a:off x="2984047" y="390143"/>
        <a:ext cx="1950720" cy="804672"/>
      </dsp:txXfrm>
    </dsp:sp>
    <dsp:sp modelId="{32FBCDAE-6FE9-4F2D-BFDF-5B8FB471DCDB}">
      <dsp:nvSpPr>
        <dsp:cNvPr id="0" name=""/>
        <dsp:cNvSpPr/>
      </dsp:nvSpPr>
      <dsp:spPr>
        <a:xfrm>
          <a:off x="3807118" y="1170431"/>
          <a:ext cx="2547905" cy="2535936"/>
        </a:xfrm>
        <a:prstGeom prst="ellipse">
          <a:avLst/>
        </a:prstGeom>
        <a:solidFill>
          <a:srgbClr val="FF0000">
            <a:alpha val="50000"/>
          </a:srgb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Installed libraries: </a:t>
          </a:r>
          <a:r>
            <a:rPr lang="en-US" sz="1700" kern="1200" dirty="0" err="1" smtClean="0"/>
            <a:t>langchain</a:t>
          </a:r>
          <a:r>
            <a:rPr lang="en-US" sz="1700" kern="1200" dirty="0" smtClean="0"/>
            <a:t>, </a:t>
          </a:r>
          <a:r>
            <a:rPr lang="en-US" sz="1700" kern="1200" dirty="0" err="1" smtClean="0"/>
            <a:t>streamlit</a:t>
          </a:r>
          <a:r>
            <a:rPr lang="en-US" sz="1700" kern="1200" dirty="0" smtClean="0"/>
            <a:t>, </a:t>
          </a:r>
          <a:r>
            <a:rPr lang="en-US" sz="1700" kern="1200" dirty="0" err="1" smtClean="0"/>
            <a:t>newsapi</a:t>
          </a:r>
          <a:r>
            <a:rPr lang="en-US" sz="1700" kern="1200" dirty="0" smtClean="0"/>
            <a:t>-python, </a:t>
          </a:r>
          <a:r>
            <a:rPr lang="en-US" sz="1700" kern="1200" dirty="0" err="1" smtClean="0"/>
            <a:t>openai</a:t>
          </a:r>
          <a:endParaRPr lang="en-US" sz="1700" kern="1200" dirty="0"/>
        </a:p>
      </dsp:txBody>
      <dsp:txXfrm>
        <a:off x="5179067" y="1463040"/>
        <a:ext cx="979963" cy="1950720"/>
      </dsp:txXfrm>
    </dsp:sp>
    <dsp:sp modelId="{45FB2482-0DF6-4CF4-8043-5F1E0DAA6D08}">
      <dsp:nvSpPr>
        <dsp:cNvPr id="0" name=""/>
        <dsp:cNvSpPr/>
      </dsp:nvSpPr>
      <dsp:spPr>
        <a:xfrm>
          <a:off x="2691439" y="2292096"/>
          <a:ext cx="2535936" cy="2535936"/>
        </a:xfrm>
        <a:prstGeom prst="ellipse">
          <a:avLst/>
        </a:prstGeom>
        <a:solidFill>
          <a:srgbClr val="7030A0">
            <a:alpha val="50000"/>
          </a:srgb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API Keys: </a:t>
          </a:r>
          <a:r>
            <a:rPr lang="en-US" sz="1700" b="1" kern="1200" smtClean="0"/>
            <a:t>OpenAI</a:t>
          </a:r>
          <a:r>
            <a:rPr lang="en-US" sz="1700" kern="1200" smtClean="0"/>
            <a:t> + </a:t>
          </a:r>
          <a:r>
            <a:rPr lang="en-US" sz="1700" b="1" kern="1200" smtClean="0"/>
            <a:t>NewsAPI</a:t>
          </a:r>
          <a:endParaRPr lang="en-US" sz="1700" kern="1200"/>
        </a:p>
      </dsp:txBody>
      <dsp:txXfrm>
        <a:off x="2984047" y="3681984"/>
        <a:ext cx="1950720" cy="804672"/>
      </dsp:txXfrm>
    </dsp:sp>
    <dsp:sp modelId="{2746D165-E0CB-41A4-811F-16B5227DFD2F}">
      <dsp:nvSpPr>
        <dsp:cNvPr id="0" name=""/>
        <dsp:cNvSpPr/>
      </dsp:nvSpPr>
      <dsp:spPr>
        <a:xfrm>
          <a:off x="1569775" y="1170431"/>
          <a:ext cx="2535936" cy="2535936"/>
        </a:xfrm>
        <a:prstGeom prst="ellipse">
          <a:avLst/>
        </a:prstGeom>
        <a:solidFill>
          <a:srgbClr val="00B050">
            <a:alpha val="50000"/>
          </a:srgb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smtClean="0"/>
            <a:t>Secure storage using .env file</a:t>
          </a:r>
          <a:endParaRPr lang="en-US" sz="1700" kern="1200"/>
        </a:p>
      </dsp:txBody>
      <dsp:txXfrm>
        <a:off x="1764847" y="1463040"/>
        <a:ext cx="975360" cy="19507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09009-B9F0-40C6-BDF6-8B3A0BE3DFB5}">
      <dsp:nvSpPr>
        <dsp:cNvPr id="0" name=""/>
        <dsp:cNvSpPr/>
      </dsp:nvSpPr>
      <dsp:spPr>
        <a:xfrm>
          <a:off x="1532190" y="-87558"/>
          <a:ext cx="4022218" cy="4022218"/>
        </a:xfrm>
        <a:prstGeom prst="circularArrow">
          <a:avLst>
            <a:gd name="adj1" fmla="val 4668"/>
            <a:gd name="adj2" fmla="val 272909"/>
            <a:gd name="adj3" fmla="val 12942885"/>
            <a:gd name="adj4" fmla="val 17955272"/>
            <a:gd name="adj5" fmla="val 484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0705D-EEB6-4B51-9CE4-0A41986EC25E}">
      <dsp:nvSpPr>
        <dsp:cNvPr id="0" name=""/>
        <dsp:cNvSpPr/>
      </dsp:nvSpPr>
      <dsp:spPr>
        <a:xfrm>
          <a:off x="2242244" y="728"/>
          <a:ext cx="2602110" cy="13010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📝 Content</a:t>
          </a:r>
          <a:endParaRPr lang="en-US" sz="1900" kern="1200"/>
        </a:p>
      </dsp:txBody>
      <dsp:txXfrm>
        <a:off x="2305756" y="64240"/>
        <a:ext cx="2475086" cy="1174031"/>
      </dsp:txXfrm>
    </dsp:sp>
    <dsp:sp modelId="{01B18F46-3695-4BE4-9A8D-12031E296D03}">
      <dsp:nvSpPr>
        <dsp:cNvPr id="0" name=""/>
        <dsp:cNvSpPr/>
      </dsp:nvSpPr>
      <dsp:spPr>
        <a:xfrm>
          <a:off x="3686488" y="1444972"/>
          <a:ext cx="2602110" cy="13010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Config</a:t>
          </a:r>
          <a:r>
            <a:rPr lang="en-US" sz="1900" kern="1200" dirty="0" smtClean="0"/>
            <a:t> file: </a:t>
          </a:r>
          <a:r>
            <a:rPr lang="en-US" sz="1900" b="1" kern="1200" dirty="0" smtClean="0"/>
            <a:t>langchain_config.py</a:t>
          </a:r>
          <a:endParaRPr lang="en-US" sz="1900" kern="1200" dirty="0"/>
        </a:p>
      </dsp:txBody>
      <dsp:txXfrm>
        <a:off x="3750000" y="1508484"/>
        <a:ext cx="2475086" cy="1174031"/>
      </dsp:txXfrm>
    </dsp:sp>
    <dsp:sp modelId="{17E8C324-8E82-46D5-9B33-99D81E508890}">
      <dsp:nvSpPr>
        <dsp:cNvPr id="0" name=""/>
        <dsp:cNvSpPr/>
      </dsp:nvSpPr>
      <dsp:spPr>
        <a:xfrm>
          <a:off x="2242244" y="2889215"/>
          <a:ext cx="2602110" cy="13010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PromptTemplate</a:t>
          </a:r>
          <a:r>
            <a:rPr lang="en-US" sz="1900" kern="1200" smtClean="0"/>
            <a:t> for summarization</a:t>
          </a:r>
          <a:endParaRPr lang="en-US" sz="1900" kern="1200"/>
        </a:p>
      </dsp:txBody>
      <dsp:txXfrm>
        <a:off x="2305756" y="2952727"/>
        <a:ext cx="2475086" cy="1174031"/>
      </dsp:txXfrm>
    </dsp:sp>
    <dsp:sp modelId="{7EC2F129-BD50-4DDD-B076-AAA4B50725C7}">
      <dsp:nvSpPr>
        <dsp:cNvPr id="0" name=""/>
        <dsp:cNvSpPr/>
      </dsp:nvSpPr>
      <dsp:spPr>
        <a:xfrm>
          <a:off x="798000" y="1444972"/>
          <a:ext cx="2602110" cy="13010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smtClean="0"/>
            <a:t>LLMChain</a:t>
          </a:r>
          <a:r>
            <a:rPr lang="en-US" sz="1900" kern="1200" smtClean="0"/>
            <a:t> with OpenAI / Groq</a:t>
          </a:r>
          <a:endParaRPr lang="en-US" sz="1900" kern="1200"/>
        </a:p>
      </dsp:txBody>
      <dsp:txXfrm>
        <a:off x="861512" y="1508484"/>
        <a:ext cx="2475086" cy="11740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D2E08-DCDE-4BE8-B1F4-D1E21194ADCE}">
      <dsp:nvSpPr>
        <dsp:cNvPr id="0" name=""/>
        <dsp:cNvSpPr/>
      </dsp:nvSpPr>
      <dsp:spPr>
        <a:xfrm>
          <a:off x="0" y="0"/>
          <a:ext cx="2133373" cy="213337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86DF22D-C538-4F3F-B3E9-66CFAFC0AE44}">
      <dsp:nvSpPr>
        <dsp:cNvPr id="0" name=""/>
        <dsp:cNvSpPr/>
      </dsp:nvSpPr>
      <dsp:spPr>
        <a:xfrm>
          <a:off x="1066686" y="0"/>
          <a:ext cx="4267313" cy="21333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📝 Content</a:t>
          </a:r>
          <a:endParaRPr lang="en-US" sz="2000" kern="1200"/>
        </a:p>
      </dsp:txBody>
      <dsp:txXfrm>
        <a:off x="1066686" y="0"/>
        <a:ext cx="4267313" cy="453341"/>
      </dsp:txXfrm>
    </dsp:sp>
    <dsp:sp modelId="{1550FDDB-3F99-49BD-B5AE-0FA1D4223D84}">
      <dsp:nvSpPr>
        <dsp:cNvPr id="0" name=""/>
        <dsp:cNvSpPr/>
      </dsp:nvSpPr>
      <dsp:spPr>
        <a:xfrm>
          <a:off x="280005" y="453341"/>
          <a:ext cx="1573362" cy="157336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149F5A-572E-4BB9-8292-CF7B16074981}">
      <dsp:nvSpPr>
        <dsp:cNvPr id="0" name=""/>
        <dsp:cNvSpPr/>
      </dsp:nvSpPr>
      <dsp:spPr>
        <a:xfrm>
          <a:off x="1066686" y="453341"/>
          <a:ext cx="4267313" cy="15733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Created </a:t>
          </a:r>
          <a:r>
            <a:rPr lang="en-US" sz="2000" b="1" kern="1200" smtClean="0"/>
            <a:t>Streamlit app.py</a:t>
          </a:r>
          <a:endParaRPr lang="en-US" sz="2000" kern="1200"/>
        </a:p>
      </dsp:txBody>
      <dsp:txXfrm>
        <a:off x="1066686" y="453341"/>
        <a:ext cx="4267313" cy="453341"/>
      </dsp:txXfrm>
    </dsp:sp>
    <dsp:sp modelId="{4E93B97B-8F3C-4B60-99D9-2CCA6C7D55AC}">
      <dsp:nvSpPr>
        <dsp:cNvPr id="0" name=""/>
        <dsp:cNvSpPr/>
      </dsp:nvSpPr>
      <dsp:spPr>
        <a:xfrm>
          <a:off x="560010" y="906683"/>
          <a:ext cx="1013352" cy="101335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4893D3-A35B-462A-AB53-CE6736E0A31B}">
      <dsp:nvSpPr>
        <dsp:cNvPr id="0" name=""/>
        <dsp:cNvSpPr/>
      </dsp:nvSpPr>
      <dsp:spPr>
        <a:xfrm>
          <a:off x="1066686" y="906683"/>
          <a:ext cx="4267313" cy="10133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Workflow: </a:t>
          </a:r>
          <a:r>
            <a:rPr lang="en-US" sz="2000" b="1" kern="1200" smtClean="0"/>
            <a:t>Query → Summary</a:t>
          </a:r>
          <a:endParaRPr lang="en-US" sz="2000" kern="1200"/>
        </a:p>
      </dsp:txBody>
      <dsp:txXfrm>
        <a:off x="1066686" y="906683"/>
        <a:ext cx="4267313" cy="453341"/>
      </dsp:txXfrm>
    </dsp:sp>
    <dsp:sp modelId="{DA5670F3-DB0A-4BAE-BAB5-07560BF049C4}">
      <dsp:nvSpPr>
        <dsp:cNvPr id="0" name=""/>
        <dsp:cNvSpPr/>
      </dsp:nvSpPr>
      <dsp:spPr>
        <a:xfrm>
          <a:off x="840015" y="1360025"/>
          <a:ext cx="453341" cy="45334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38D80C-157F-4227-BE37-EBFCA58B620F}">
      <dsp:nvSpPr>
        <dsp:cNvPr id="0" name=""/>
        <dsp:cNvSpPr/>
      </dsp:nvSpPr>
      <dsp:spPr>
        <a:xfrm>
          <a:off x="1066686" y="1360025"/>
          <a:ext cx="4267313" cy="45334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/>
            <a:t>Run with: streamlit run app.py</a:t>
          </a:r>
          <a:endParaRPr lang="en-US" sz="2000" kern="1200"/>
        </a:p>
      </dsp:txBody>
      <dsp:txXfrm>
        <a:off x="1066686" y="1360025"/>
        <a:ext cx="4267313" cy="4533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B0526-B9DD-462B-91F8-15CA4F655B63}">
      <dsp:nvSpPr>
        <dsp:cNvPr id="0" name=""/>
        <dsp:cNvSpPr/>
      </dsp:nvSpPr>
      <dsp:spPr>
        <a:xfrm>
          <a:off x="0" y="0"/>
          <a:ext cx="7239000" cy="2895598"/>
        </a:xfrm>
        <a:prstGeom prst="roundRect">
          <a:avLst>
            <a:gd name="adj" fmla="val 8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2247307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smtClean="0"/>
            <a:t>📝 Content</a:t>
          </a:r>
          <a:endParaRPr lang="en-US" sz="2400" kern="1200"/>
        </a:p>
      </dsp:txBody>
      <dsp:txXfrm>
        <a:off x="72088" y="72088"/>
        <a:ext cx="7094824" cy="2751422"/>
      </dsp:txXfrm>
    </dsp:sp>
    <dsp:sp modelId="{E71CA19B-3AF6-4FED-A607-B22B105162AC}">
      <dsp:nvSpPr>
        <dsp:cNvPr id="0" name=""/>
        <dsp:cNvSpPr/>
      </dsp:nvSpPr>
      <dsp:spPr>
        <a:xfrm>
          <a:off x="180975" y="723899"/>
          <a:ext cx="6877050" cy="2026919"/>
        </a:xfrm>
        <a:prstGeom prst="roundRect">
          <a:avLst>
            <a:gd name="adj" fmla="val 10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1287094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Connected to </a:t>
          </a:r>
          <a:r>
            <a:rPr lang="en-US" sz="2400" b="1" kern="1200" smtClean="0"/>
            <a:t>NewsAPI</a:t>
          </a:r>
          <a:endParaRPr lang="en-US" sz="2400" kern="1200"/>
        </a:p>
      </dsp:txBody>
      <dsp:txXfrm>
        <a:off x="243310" y="786234"/>
        <a:ext cx="6752380" cy="1902249"/>
      </dsp:txXfrm>
    </dsp:sp>
    <dsp:sp modelId="{6FFB9EF9-43AF-4D3A-BD53-1675D77E736B}">
      <dsp:nvSpPr>
        <dsp:cNvPr id="0" name=""/>
        <dsp:cNvSpPr/>
      </dsp:nvSpPr>
      <dsp:spPr>
        <a:xfrm>
          <a:off x="361950" y="1447799"/>
          <a:ext cx="6515100" cy="1158239"/>
        </a:xfrm>
        <a:prstGeom prst="roundRect">
          <a:avLst>
            <a:gd name="adj" fmla="val 10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653762" numCol="1" spcCol="1270" anchor="t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smtClean="0"/>
            <a:t>Functions implemented:</a:t>
          </a:r>
          <a:endParaRPr lang="en-US" sz="2400" kern="1200"/>
        </a:p>
      </dsp:txBody>
      <dsp:txXfrm>
        <a:off x="397570" y="1483419"/>
        <a:ext cx="6443860" cy="1086999"/>
      </dsp:txXfrm>
    </dsp:sp>
    <dsp:sp modelId="{6D65AB67-97A2-499C-B613-52EE52AE6A17}">
      <dsp:nvSpPr>
        <dsp:cNvPr id="0" name=""/>
        <dsp:cNvSpPr/>
      </dsp:nvSpPr>
      <dsp:spPr>
        <a:xfrm>
          <a:off x="524827" y="1969007"/>
          <a:ext cx="2036923" cy="52120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Fetch articles</a:t>
          </a:r>
          <a:endParaRPr lang="en-US" sz="1600" kern="1200"/>
        </a:p>
      </dsp:txBody>
      <dsp:txXfrm>
        <a:off x="540856" y="1985036"/>
        <a:ext cx="2004865" cy="489149"/>
      </dsp:txXfrm>
    </dsp:sp>
    <dsp:sp modelId="{4F7BC9BB-11FC-4484-9CE5-41B6E91F8EC3}">
      <dsp:nvSpPr>
        <dsp:cNvPr id="0" name=""/>
        <dsp:cNvSpPr/>
      </dsp:nvSpPr>
      <dsp:spPr>
        <a:xfrm>
          <a:off x="2597486" y="1969007"/>
          <a:ext cx="2036923" cy="52120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Extract descriptions</a:t>
          </a:r>
          <a:endParaRPr lang="en-US" sz="1600" kern="1200"/>
        </a:p>
      </dsp:txBody>
      <dsp:txXfrm>
        <a:off x="2613515" y="1985036"/>
        <a:ext cx="2004865" cy="489149"/>
      </dsp:txXfrm>
    </dsp:sp>
    <dsp:sp modelId="{B42ECEEC-2351-40BC-AE96-9FAD5FC64E70}">
      <dsp:nvSpPr>
        <dsp:cNvPr id="0" name=""/>
        <dsp:cNvSpPr/>
      </dsp:nvSpPr>
      <dsp:spPr>
        <a:xfrm>
          <a:off x="4670144" y="1969007"/>
          <a:ext cx="2036923" cy="52120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Combine summaries</a:t>
          </a:r>
          <a:endParaRPr lang="en-US" sz="1600" kern="1200"/>
        </a:p>
      </dsp:txBody>
      <dsp:txXfrm>
        <a:off x="4686173" y="1985036"/>
        <a:ext cx="2004865" cy="4891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11EFB-7FBD-446B-A4E4-7AE805515A2B}">
      <dsp:nvSpPr>
        <dsp:cNvPr id="0" name=""/>
        <dsp:cNvSpPr/>
      </dsp:nvSpPr>
      <dsp:spPr>
        <a:xfrm>
          <a:off x="0" y="3187526"/>
          <a:ext cx="7620000" cy="697352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Added </a:t>
          </a:r>
          <a:r>
            <a:rPr lang="en-US" sz="1600" b="1" kern="1200" dirty="0" smtClean="0"/>
            <a:t>sentiment analysis</a:t>
          </a:r>
          <a:r>
            <a:rPr lang="en-US" sz="1600" kern="1200" dirty="0" smtClean="0"/>
            <a:t>:</a:t>
          </a:r>
          <a:br>
            <a:rPr lang="en-US" sz="1600" kern="1200" dirty="0" smtClean="0"/>
          </a:br>
          <a:r>
            <a:rPr lang="en-US" sz="1600" kern="1200" dirty="0" smtClean="0"/>
            <a:t>✅ Positive | ❌ Negative | ⚪ Neutral</a:t>
          </a:r>
          <a:endParaRPr lang="en-US" sz="1600" kern="1200" dirty="0"/>
        </a:p>
      </dsp:txBody>
      <dsp:txXfrm>
        <a:off x="0" y="3187526"/>
        <a:ext cx="7620000" cy="697352"/>
      </dsp:txXfrm>
    </dsp:sp>
    <dsp:sp modelId="{1F702991-365B-41F1-A5A6-99A242976BDE}">
      <dsp:nvSpPr>
        <dsp:cNvPr id="0" name=""/>
        <dsp:cNvSpPr/>
      </dsp:nvSpPr>
      <dsp:spPr>
        <a:xfrm rot="10800000">
          <a:off x="0" y="2125457"/>
          <a:ext cx="7620000" cy="1072528"/>
        </a:xfrm>
        <a:prstGeom prst="upArrowCallou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Generated </a:t>
          </a:r>
          <a:r>
            <a:rPr lang="en-US" sz="1600" b="1" kern="1200" smtClean="0"/>
            <a:t>overall article insights</a:t>
          </a:r>
          <a:endParaRPr lang="en-US" sz="1600" kern="1200"/>
        </a:p>
      </dsp:txBody>
      <dsp:txXfrm rot="10800000">
        <a:off x="0" y="2125457"/>
        <a:ext cx="7620000" cy="696897"/>
      </dsp:txXfrm>
    </dsp:sp>
    <dsp:sp modelId="{FC624D4E-439E-431B-AAA3-573D4635044D}">
      <dsp:nvSpPr>
        <dsp:cNvPr id="0" name=""/>
        <dsp:cNvSpPr/>
      </dsp:nvSpPr>
      <dsp:spPr>
        <a:xfrm rot="10800000">
          <a:off x="0" y="1063389"/>
          <a:ext cx="7620000" cy="1072528"/>
        </a:xfrm>
        <a:prstGeom prst="upArrowCallou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Improved prompt: </a:t>
          </a:r>
          <a:r>
            <a:rPr lang="en-US" sz="1600" b="1" kern="1200" smtClean="0"/>
            <a:t>Query + Summaries</a:t>
          </a:r>
          <a:endParaRPr lang="en-US" sz="1600" kern="1200"/>
        </a:p>
      </dsp:txBody>
      <dsp:txXfrm rot="10800000">
        <a:off x="0" y="1063389"/>
        <a:ext cx="7620000" cy="696897"/>
      </dsp:txXfrm>
    </dsp:sp>
    <dsp:sp modelId="{411899F3-8A10-4EA2-ABCC-57B02F889188}">
      <dsp:nvSpPr>
        <dsp:cNvPr id="0" name=""/>
        <dsp:cNvSpPr/>
      </dsp:nvSpPr>
      <dsp:spPr>
        <a:xfrm rot="10800000">
          <a:off x="0" y="1321"/>
          <a:ext cx="7620000" cy="1072528"/>
        </a:xfrm>
        <a:prstGeom prst="upArrowCallout">
          <a:avLst/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📝 Content</a:t>
          </a:r>
          <a:endParaRPr lang="en-US" sz="1600" kern="1200" dirty="0"/>
        </a:p>
      </dsp:txBody>
      <dsp:txXfrm rot="10800000">
        <a:off x="0" y="1321"/>
        <a:ext cx="7620000" cy="6968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178DF-AFF4-479F-A0CF-5A0B762CF1F2}">
      <dsp:nvSpPr>
        <dsp:cNvPr id="0" name=""/>
        <dsp:cNvSpPr/>
      </dsp:nvSpPr>
      <dsp:spPr>
        <a:xfrm>
          <a:off x="3348" y="298878"/>
          <a:ext cx="1464096" cy="123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📝 Core Content</a:t>
          </a:r>
          <a:endParaRPr lang="en-US" sz="1800" kern="1200" dirty="0"/>
        </a:p>
      </dsp:txBody>
      <dsp:txXfrm>
        <a:off x="39404" y="334934"/>
        <a:ext cx="1391984" cy="1158930"/>
      </dsp:txXfrm>
    </dsp:sp>
    <dsp:sp modelId="{95DDC29C-FA0E-484B-B677-AEEB500207AC}">
      <dsp:nvSpPr>
        <dsp:cNvPr id="0" name=""/>
        <dsp:cNvSpPr/>
      </dsp:nvSpPr>
      <dsp:spPr>
        <a:xfrm>
          <a:off x="1613854" y="7328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1613854" y="805471"/>
        <a:ext cx="217272" cy="217857"/>
      </dsp:txXfrm>
    </dsp:sp>
    <dsp:sp modelId="{36150499-6EBA-41B6-B8BA-C61415A4C871}">
      <dsp:nvSpPr>
        <dsp:cNvPr id="0" name=""/>
        <dsp:cNvSpPr/>
      </dsp:nvSpPr>
      <dsp:spPr>
        <a:xfrm>
          <a:off x="2053083" y="298878"/>
          <a:ext cx="1464096" cy="123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✅ </a:t>
          </a:r>
          <a:r>
            <a:rPr lang="en-US" sz="1800" b="1" kern="1200" dirty="0" smtClean="0"/>
            <a:t>Pipeline tested end-to-end</a:t>
          </a:r>
          <a:endParaRPr lang="en-US" sz="1800" kern="1200" dirty="0"/>
        </a:p>
      </dsp:txBody>
      <dsp:txXfrm>
        <a:off x="2089139" y="334934"/>
        <a:ext cx="1391984" cy="1158930"/>
      </dsp:txXfrm>
    </dsp:sp>
    <dsp:sp modelId="{A11B69C6-30F0-4060-9D05-701A1461DC5E}">
      <dsp:nvSpPr>
        <dsp:cNvPr id="0" name=""/>
        <dsp:cNvSpPr/>
      </dsp:nvSpPr>
      <dsp:spPr>
        <a:xfrm>
          <a:off x="3663590" y="7328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3663590" y="805471"/>
        <a:ext cx="217272" cy="217857"/>
      </dsp:txXfrm>
    </dsp:sp>
    <dsp:sp modelId="{661E7C91-10CC-4D8A-8E26-9BD4E7EDB044}">
      <dsp:nvSpPr>
        <dsp:cNvPr id="0" name=""/>
        <dsp:cNvSpPr/>
      </dsp:nvSpPr>
      <dsp:spPr>
        <a:xfrm>
          <a:off x="4102819" y="298878"/>
          <a:ext cx="1464096" cy="123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📝 </a:t>
          </a:r>
          <a:r>
            <a:rPr lang="en-US" sz="1800" b="1" kern="1200" dirty="0" smtClean="0"/>
            <a:t>Verified query handling</a:t>
          </a:r>
          <a:endParaRPr lang="en-US" sz="1800" kern="1200" dirty="0"/>
        </a:p>
      </dsp:txBody>
      <dsp:txXfrm>
        <a:off x="4138875" y="334934"/>
        <a:ext cx="1391984" cy="1158930"/>
      </dsp:txXfrm>
    </dsp:sp>
    <dsp:sp modelId="{56C6D2AC-2798-4714-A388-42F071B894BF}">
      <dsp:nvSpPr>
        <dsp:cNvPr id="0" name=""/>
        <dsp:cNvSpPr/>
      </dsp:nvSpPr>
      <dsp:spPr>
        <a:xfrm>
          <a:off x="5713325" y="732852"/>
          <a:ext cx="310388" cy="3630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5713325" y="805471"/>
        <a:ext cx="217272" cy="217857"/>
      </dsp:txXfrm>
    </dsp:sp>
    <dsp:sp modelId="{2F397AED-CC88-4AA0-A80D-DEC62C4AEADF}">
      <dsp:nvSpPr>
        <dsp:cNvPr id="0" name=""/>
        <dsp:cNvSpPr/>
      </dsp:nvSpPr>
      <dsp:spPr>
        <a:xfrm>
          <a:off x="6152554" y="298878"/>
          <a:ext cx="1464096" cy="12310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📊 </a:t>
          </a:r>
          <a:r>
            <a:rPr lang="en-US" sz="1800" b="1" kern="1200" dirty="0" smtClean="0"/>
            <a:t>Checked relevance &amp; accuracy of insights</a:t>
          </a:r>
          <a:endParaRPr lang="en-US" sz="1800" kern="1200" dirty="0"/>
        </a:p>
      </dsp:txBody>
      <dsp:txXfrm>
        <a:off x="6188610" y="334934"/>
        <a:ext cx="1391984" cy="115893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5A02F6-4F27-4C9F-A37A-F11E76063C65}">
      <dsp:nvSpPr>
        <dsp:cNvPr id="0" name=""/>
        <dsp:cNvSpPr/>
      </dsp:nvSpPr>
      <dsp:spPr>
        <a:xfrm>
          <a:off x="3680460" y="955547"/>
          <a:ext cx="1173479" cy="11734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CC47E944-DBB3-4021-B449-8782CF251D1A}">
      <dsp:nvSpPr>
        <dsp:cNvPr id="0" name=""/>
        <dsp:cNvSpPr/>
      </dsp:nvSpPr>
      <dsp:spPr>
        <a:xfrm>
          <a:off x="3586581" y="0"/>
          <a:ext cx="1361236" cy="78790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smtClean="0"/>
            <a:t>📝 Core Content</a:t>
          </a:r>
          <a:endParaRPr lang="en-US" sz="1200" kern="1200"/>
        </a:p>
      </dsp:txBody>
      <dsp:txXfrm>
        <a:off x="3586581" y="0"/>
        <a:ext cx="1361236" cy="787908"/>
      </dsp:txXfrm>
    </dsp:sp>
    <dsp:sp modelId="{F95ED088-D340-41E3-BF5C-0AD5D7F19725}">
      <dsp:nvSpPr>
        <dsp:cNvPr id="0" name=""/>
        <dsp:cNvSpPr/>
      </dsp:nvSpPr>
      <dsp:spPr>
        <a:xfrm>
          <a:off x="4126851" y="1279763"/>
          <a:ext cx="1173479" cy="11734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9398B254-D1C2-4BDD-88E0-CD942FB0AACB}">
      <dsp:nvSpPr>
        <dsp:cNvPr id="0" name=""/>
        <dsp:cNvSpPr/>
      </dsp:nvSpPr>
      <dsp:spPr>
        <a:xfrm>
          <a:off x="5393740" y="1039368"/>
          <a:ext cx="1220419" cy="85496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📖 </a:t>
          </a:r>
          <a:r>
            <a:rPr lang="en-US" sz="1200" b="1" kern="1200" smtClean="0"/>
            <a:t>Code fully documented with comments</a:t>
          </a:r>
          <a:endParaRPr lang="en-US" sz="1200" kern="1200"/>
        </a:p>
      </dsp:txBody>
      <dsp:txXfrm>
        <a:off x="5393740" y="1039368"/>
        <a:ext cx="1220419" cy="854964"/>
      </dsp:txXfrm>
    </dsp:sp>
    <dsp:sp modelId="{C7A90F7E-3BB6-40B5-B398-B1BA264C4CAA}">
      <dsp:nvSpPr>
        <dsp:cNvPr id="0" name=""/>
        <dsp:cNvSpPr/>
      </dsp:nvSpPr>
      <dsp:spPr>
        <a:xfrm>
          <a:off x="3956462" y="1804812"/>
          <a:ext cx="1173479" cy="11734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E3F83754-77D1-4557-89AD-9C837A71FF5D}">
      <dsp:nvSpPr>
        <dsp:cNvPr id="0" name=""/>
        <dsp:cNvSpPr/>
      </dsp:nvSpPr>
      <dsp:spPr>
        <a:xfrm>
          <a:off x="5205984" y="2497836"/>
          <a:ext cx="1220419" cy="85496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🗂 </a:t>
          </a:r>
          <a:r>
            <a:rPr lang="en-US" sz="1200" b="1" kern="1200" smtClean="0"/>
            <a:t>README &amp; requirements.txt created</a:t>
          </a:r>
          <a:endParaRPr lang="en-US" sz="1200" kern="1200"/>
        </a:p>
      </dsp:txBody>
      <dsp:txXfrm>
        <a:off x="5205984" y="2497836"/>
        <a:ext cx="1220419" cy="854964"/>
      </dsp:txXfrm>
    </dsp:sp>
    <dsp:sp modelId="{04BAE4DE-277F-4D5B-B562-6A732C81A083}">
      <dsp:nvSpPr>
        <dsp:cNvPr id="0" name=""/>
        <dsp:cNvSpPr/>
      </dsp:nvSpPr>
      <dsp:spPr>
        <a:xfrm>
          <a:off x="3404457" y="1804812"/>
          <a:ext cx="1173479" cy="11734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B13F9668-66A9-43CE-9099-B683DD972D3B}">
      <dsp:nvSpPr>
        <dsp:cNvPr id="0" name=""/>
        <dsp:cNvSpPr/>
      </dsp:nvSpPr>
      <dsp:spPr>
        <a:xfrm>
          <a:off x="2107996" y="2497836"/>
          <a:ext cx="1220419" cy="85496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🏗 </a:t>
          </a:r>
          <a:r>
            <a:rPr lang="en-US" sz="1200" b="1" kern="1200" smtClean="0"/>
            <a:t>Project structure cleaned for deployment</a:t>
          </a:r>
          <a:endParaRPr lang="en-US" sz="1200" kern="1200"/>
        </a:p>
      </dsp:txBody>
      <dsp:txXfrm>
        <a:off x="2107996" y="2497836"/>
        <a:ext cx="1220419" cy="854964"/>
      </dsp:txXfrm>
    </dsp:sp>
    <dsp:sp modelId="{9BBC70DB-2E15-49E6-B608-5C800E5B061F}">
      <dsp:nvSpPr>
        <dsp:cNvPr id="0" name=""/>
        <dsp:cNvSpPr/>
      </dsp:nvSpPr>
      <dsp:spPr>
        <a:xfrm>
          <a:off x="3234068" y="1279763"/>
          <a:ext cx="1173479" cy="117348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alpha val="50000"/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</dsp:sp>
    <dsp:sp modelId="{2C5FDE67-F4C6-40F4-81D6-2D71E6A2F339}">
      <dsp:nvSpPr>
        <dsp:cNvPr id="0" name=""/>
        <dsp:cNvSpPr/>
      </dsp:nvSpPr>
      <dsp:spPr>
        <a:xfrm>
          <a:off x="1920240" y="1039368"/>
          <a:ext cx="1220419" cy="85496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smtClean="0"/>
            <a:t>🚀 </a:t>
          </a:r>
          <a:r>
            <a:rPr lang="en-US" sz="1200" b="1" kern="1200" smtClean="0"/>
            <a:t>Ready for real-world use</a:t>
          </a:r>
          <a:endParaRPr lang="en-US" sz="1200" kern="1200"/>
        </a:p>
      </dsp:txBody>
      <dsp:txXfrm>
        <a:off x="1920240" y="1039368"/>
        <a:ext cx="1220419" cy="8549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91458-362D-48AE-8A7F-611309A2FB04}">
      <dsp:nvSpPr>
        <dsp:cNvPr id="0" name=""/>
        <dsp:cNvSpPr/>
      </dsp:nvSpPr>
      <dsp:spPr>
        <a:xfrm>
          <a:off x="2388961" y="1728"/>
          <a:ext cx="1241877" cy="1241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smtClean="0"/>
            <a:t>🌟 Planned Features</a:t>
          </a:r>
          <a:endParaRPr lang="en-US" sz="800" kern="1200"/>
        </a:p>
      </dsp:txBody>
      <dsp:txXfrm>
        <a:off x="2570830" y="183597"/>
        <a:ext cx="878139" cy="878139"/>
      </dsp:txXfrm>
    </dsp:sp>
    <dsp:sp modelId="{98653B54-FA3E-45B4-B048-2441D53CBCF2}">
      <dsp:nvSpPr>
        <dsp:cNvPr id="0" name=""/>
        <dsp:cNvSpPr/>
      </dsp:nvSpPr>
      <dsp:spPr>
        <a:xfrm rot="2160000">
          <a:off x="3591353" y="955121"/>
          <a:ext cx="329147" cy="419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3600782" y="1009928"/>
        <a:ext cx="230403" cy="251479"/>
      </dsp:txXfrm>
    </dsp:sp>
    <dsp:sp modelId="{AE2635C3-C831-464D-8F52-AC67CFACE53A}">
      <dsp:nvSpPr>
        <dsp:cNvPr id="0" name=""/>
        <dsp:cNvSpPr/>
      </dsp:nvSpPr>
      <dsp:spPr>
        <a:xfrm>
          <a:off x="3896088" y="1096720"/>
          <a:ext cx="1241877" cy="1241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🔐 </a:t>
          </a:r>
          <a:r>
            <a:rPr lang="en-US" sz="800" b="1" kern="1200" smtClean="0"/>
            <a:t>User Authentication</a:t>
          </a:r>
          <a:r>
            <a:rPr lang="en-US" sz="800" kern="1200" smtClean="0"/>
            <a:t> → secure access to authorized users</a:t>
          </a:r>
          <a:endParaRPr lang="en-US" sz="800" kern="1200"/>
        </a:p>
      </dsp:txBody>
      <dsp:txXfrm>
        <a:off x="4077957" y="1278589"/>
        <a:ext cx="878139" cy="878139"/>
      </dsp:txXfrm>
    </dsp:sp>
    <dsp:sp modelId="{5CB4DCB5-B8BC-478D-986C-D56C2E3F63C1}">
      <dsp:nvSpPr>
        <dsp:cNvPr id="0" name=""/>
        <dsp:cNvSpPr/>
      </dsp:nvSpPr>
      <dsp:spPr>
        <a:xfrm rot="6480000">
          <a:off x="4067496" y="2385100"/>
          <a:ext cx="329147" cy="419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 rot="10800000">
        <a:off x="4132125" y="2421971"/>
        <a:ext cx="230403" cy="251479"/>
      </dsp:txXfrm>
    </dsp:sp>
    <dsp:sp modelId="{7C7207FC-4D07-4CB1-ADC7-0D45BF28D2F8}">
      <dsp:nvSpPr>
        <dsp:cNvPr id="0" name=""/>
        <dsp:cNvSpPr/>
      </dsp:nvSpPr>
      <dsp:spPr>
        <a:xfrm>
          <a:off x="3320416" y="2868454"/>
          <a:ext cx="1241877" cy="1241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🎨 </a:t>
          </a:r>
          <a:r>
            <a:rPr lang="en-US" sz="800" b="1" kern="1200" smtClean="0"/>
            <a:t>Better UI/UX</a:t>
          </a:r>
          <a:r>
            <a:rPr lang="en-US" sz="800" kern="1200" smtClean="0"/>
            <a:t> → interactive Streamlit widgets, cleaner dashboards</a:t>
          </a:r>
          <a:endParaRPr lang="en-US" sz="800" kern="1200"/>
        </a:p>
      </dsp:txBody>
      <dsp:txXfrm>
        <a:off x="3502285" y="3050323"/>
        <a:ext cx="878139" cy="878139"/>
      </dsp:txXfrm>
    </dsp:sp>
    <dsp:sp modelId="{E3FFF4DB-A23E-41D5-A883-EF66C840791A}">
      <dsp:nvSpPr>
        <dsp:cNvPr id="0" name=""/>
        <dsp:cNvSpPr/>
      </dsp:nvSpPr>
      <dsp:spPr>
        <a:xfrm rot="10800000">
          <a:off x="2854641" y="3279826"/>
          <a:ext cx="329147" cy="419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 rot="10800000">
        <a:off x="2953385" y="3363653"/>
        <a:ext cx="230403" cy="251479"/>
      </dsp:txXfrm>
    </dsp:sp>
    <dsp:sp modelId="{58FDE884-BF8B-480B-9098-1231772216DC}">
      <dsp:nvSpPr>
        <dsp:cNvPr id="0" name=""/>
        <dsp:cNvSpPr/>
      </dsp:nvSpPr>
      <dsp:spPr>
        <a:xfrm>
          <a:off x="1457505" y="2868454"/>
          <a:ext cx="1241877" cy="1241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📜 </a:t>
          </a:r>
          <a:r>
            <a:rPr lang="en-US" sz="800" b="1" kern="1200" smtClean="0"/>
            <a:t>Query History &amp; Export Options</a:t>
          </a:r>
          <a:r>
            <a:rPr lang="en-US" sz="800" kern="1200" smtClean="0"/>
            <a:t> → save past searches, download insights</a:t>
          </a:r>
          <a:endParaRPr lang="en-US" sz="800" kern="1200"/>
        </a:p>
      </dsp:txBody>
      <dsp:txXfrm>
        <a:off x="1639374" y="3050323"/>
        <a:ext cx="878139" cy="878139"/>
      </dsp:txXfrm>
    </dsp:sp>
    <dsp:sp modelId="{3A2D9FD8-C576-4B3E-9552-886A38EF3C1D}">
      <dsp:nvSpPr>
        <dsp:cNvPr id="0" name=""/>
        <dsp:cNvSpPr/>
      </dsp:nvSpPr>
      <dsp:spPr>
        <a:xfrm rot="15120000">
          <a:off x="1628913" y="2402819"/>
          <a:ext cx="329147" cy="419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 rot="10800000">
        <a:off x="1693542" y="2533602"/>
        <a:ext cx="230403" cy="251479"/>
      </dsp:txXfrm>
    </dsp:sp>
    <dsp:sp modelId="{4FAA0842-0D13-4812-B195-53F9708F9DA8}">
      <dsp:nvSpPr>
        <dsp:cNvPr id="0" name=""/>
        <dsp:cNvSpPr/>
      </dsp:nvSpPr>
      <dsp:spPr>
        <a:xfrm>
          <a:off x="881834" y="1096720"/>
          <a:ext cx="1241877" cy="1241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smtClean="0"/>
            <a:t>📊 </a:t>
          </a:r>
          <a:r>
            <a:rPr lang="en-US" sz="800" b="1" kern="1200" smtClean="0"/>
            <a:t>Analytics Dashboard</a:t>
          </a:r>
          <a:r>
            <a:rPr lang="en-US" sz="800" kern="1200" smtClean="0"/>
            <a:t> → visualize sentiment trends &amp; article stats</a:t>
          </a:r>
          <a:endParaRPr lang="en-US" sz="800" kern="1200"/>
        </a:p>
      </dsp:txBody>
      <dsp:txXfrm>
        <a:off x="1063703" y="1278589"/>
        <a:ext cx="878139" cy="878139"/>
      </dsp:txXfrm>
    </dsp:sp>
    <dsp:sp modelId="{EEB4D2F7-FC4D-4014-B62C-CF9D2486309B}">
      <dsp:nvSpPr>
        <dsp:cNvPr id="0" name=""/>
        <dsp:cNvSpPr/>
      </dsp:nvSpPr>
      <dsp:spPr>
        <a:xfrm rot="19440000">
          <a:off x="2084226" y="966072"/>
          <a:ext cx="329147" cy="4191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2093655" y="1078919"/>
        <a:ext cx="230403" cy="25147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82A56-7A05-41EA-847D-36E2EA34D196}">
      <dsp:nvSpPr>
        <dsp:cNvPr id="0" name=""/>
        <dsp:cNvSpPr/>
      </dsp:nvSpPr>
      <dsp:spPr>
        <a:xfrm>
          <a:off x="2209320" y="607878"/>
          <a:ext cx="4987406" cy="550002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9EB71C-022C-4F56-A2E0-F90B3FAD1E71}">
      <dsp:nvSpPr>
        <dsp:cNvPr id="0" name=""/>
        <dsp:cNvSpPr/>
      </dsp:nvSpPr>
      <dsp:spPr>
        <a:xfrm>
          <a:off x="4703023" y="675185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Delivered an </a:t>
          </a:r>
          <a:r>
            <a:rPr lang="en-US" sz="1000" b="1" kern="1200" smtClean="0"/>
            <a:t>AI-assisted equity research tool</a:t>
          </a:r>
          <a:r>
            <a:rPr lang="en-US" sz="1000" kern="1200" smtClean="0"/>
            <a:t> that fetches, summarizes, and analyzes news.</a:t>
          </a:r>
          <a:endParaRPr lang="en-US" sz="1000" kern="1200"/>
        </a:p>
      </dsp:txBody>
      <dsp:txXfrm>
        <a:off x="4722424" y="694586"/>
        <a:ext cx="4326454" cy="358635"/>
      </dsp:txXfrm>
    </dsp:sp>
    <dsp:sp modelId="{55274D41-BF5C-45EB-B95F-3398B272A087}">
      <dsp:nvSpPr>
        <dsp:cNvPr id="0" name=""/>
        <dsp:cNvSpPr/>
      </dsp:nvSpPr>
      <dsp:spPr>
        <a:xfrm>
          <a:off x="4703023" y="1122302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Key skills demonstrated: </a:t>
          </a:r>
          <a:r>
            <a:rPr lang="en-US" sz="1000" b="1" kern="1200" smtClean="0"/>
            <a:t>LangChain</a:t>
          </a:r>
          <a:r>
            <a:rPr lang="en-US" sz="1000" kern="1200" smtClean="0"/>
            <a:t>, </a:t>
          </a:r>
          <a:r>
            <a:rPr lang="en-US" sz="1000" b="1" kern="1200" smtClean="0"/>
            <a:t>Streamlit</a:t>
          </a:r>
          <a:r>
            <a:rPr lang="en-US" sz="1000" kern="1200" smtClean="0"/>
            <a:t>, </a:t>
          </a:r>
          <a:r>
            <a:rPr lang="en-US" sz="1000" b="1" kern="1200" smtClean="0"/>
            <a:t>APIs</a:t>
          </a:r>
          <a:r>
            <a:rPr lang="en-US" sz="1000" kern="1200" smtClean="0"/>
            <a:t>, </a:t>
          </a:r>
          <a:r>
            <a:rPr lang="en-US" sz="1000" b="1" kern="1200" smtClean="0"/>
            <a:t>LLMs</a:t>
          </a:r>
          <a:r>
            <a:rPr lang="en-US" sz="1000" kern="1200" smtClean="0"/>
            <a:t>, </a:t>
          </a:r>
          <a:r>
            <a:rPr lang="en-US" sz="1000" b="1" kern="1200" smtClean="0"/>
            <a:t>PDF generation</a:t>
          </a:r>
          <a:r>
            <a:rPr lang="en-US" sz="1000" kern="1200" smtClean="0"/>
            <a:t>.</a:t>
          </a:r>
          <a:endParaRPr lang="en-US" sz="1000" kern="1200"/>
        </a:p>
      </dsp:txBody>
      <dsp:txXfrm>
        <a:off x="4722424" y="1141703"/>
        <a:ext cx="4326454" cy="358635"/>
      </dsp:txXfrm>
    </dsp:sp>
    <dsp:sp modelId="{D4047046-8DB6-439F-99DC-B1B0D18F2189}">
      <dsp:nvSpPr>
        <dsp:cNvPr id="0" name=""/>
        <dsp:cNvSpPr/>
      </dsp:nvSpPr>
      <dsp:spPr>
        <a:xfrm>
          <a:off x="4703023" y="1569419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Interactive features:</a:t>
          </a:r>
          <a:endParaRPr lang="en-US" sz="1000" kern="1200"/>
        </a:p>
      </dsp:txBody>
      <dsp:txXfrm>
        <a:off x="4722424" y="1588820"/>
        <a:ext cx="4326454" cy="358635"/>
      </dsp:txXfrm>
    </dsp:sp>
    <dsp:sp modelId="{29435345-6DC0-444A-AD1E-032E3C5656CA}">
      <dsp:nvSpPr>
        <dsp:cNvPr id="0" name=""/>
        <dsp:cNvSpPr/>
      </dsp:nvSpPr>
      <dsp:spPr>
        <a:xfrm>
          <a:off x="4703023" y="2016537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Per-article summaries and overall summary tabs</a:t>
          </a:r>
          <a:endParaRPr lang="en-US" sz="1000" kern="1200"/>
        </a:p>
      </dsp:txBody>
      <dsp:txXfrm>
        <a:off x="4722424" y="2035938"/>
        <a:ext cx="4326454" cy="358635"/>
      </dsp:txXfrm>
    </dsp:sp>
    <dsp:sp modelId="{0611B6F0-270A-4111-97AE-B8D1474BE45D}">
      <dsp:nvSpPr>
        <dsp:cNvPr id="0" name=""/>
        <dsp:cNvSpPr/>
      </dsp:nvSpPr>
      <dsp:spPr>
        <a:xfrm>
          <a:off x="4703023" y="2463654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Sentiment detection (Positive / Negative / Neutral)</a:t>
          </a:r>
          <a:endParaRPr lang="en-US" sz="1000" kern="1200"/>
        </a:p>
      </dsp:txBody>
      <dsp:txXfrm>
        <a:off x="4722424" y="2483055"/>
        <a:ext cx="4326454" cy="358635"/>
      </dsp:txXfrm>
    </dsp:sp>
    <dsp:sp modelId="{2D0B9FFE-1F96-4977-BB63-CA0B922BED61}">
      <dsp:nvSpPr>
        <dsp:cNvPr id="0" name=""/>
        <dsp:cNvSpPr/>
      </dsp:nvSpPr>
      <dsp:spPr>
        <a:xfrm>
          <a:off x="4703023" y="2910772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Downloadable PDFs for reports</a:t>
          </a:r>
          <a:endParaRPr lang="en-US" sz="1000" kern="1200"/>
        </a:p>
      </dsp:txBody>
      <dsp:txXfrm>
        <a:off x="4722424" y="2930173"/>
        <a:ext cx="4326454" cy="358635"/>
      </dsp:txXfrm>
    </dsp:sp>
    <dsp:sp modelId="{E52974C3-C22E-46BE-973B-43B179985A96}">
      <dsp:nvSpPr>
        <dsp:cNvPr id="0" name=""/>
        <dsp:cNvSpPr/>
      </dsp:nvSpPr>
      <dsp:spPr>
        <a:xfrm>
          <a:off x="4703023" y="3357889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Search history with filters and export options</a:t>
          </a:r>
          <a:endParaRPr lang="en-US" sz="1000" kern="1200"/>
        </a:p>
      </dsp:txBody>
      <dsp:txXfrm>
        <a:off x="4722424" y="3377290"/>
        <a:ext cx="4326454" cy="358635"/>
      </dsp:txXfrm>
    </dsp:sp>
    <dsp:sp modelId="{9C5B6048-7FCA-466E-9A9F-784D8C3AF32F}">
      <dsp:nvSpPr>
        <dsp:cNvPr id="0" name=""/>
        <dsp:cNvSpPr/>
      </dsp:nvSpPr>
      <dsp:spPr>
        <a:xfrm>
          <a:off x="4703023" y="3805006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Future Enhancements:</a:t>
          </a:r>
          <a:endParaRPr lang="en-US" sz="1000" kern="1200"/>
        </a:p>
      </dsp:txBody>
      <dsp:txXfrm>
        <a:off x="4722424" y="3824407"/>
        <a:ext cx="4326454" cy="358635"/>
      </dsp:txXfrm>
    </dsp:sp>
    <dsp:sp modelId="{1D54D04C-CC09-4A62-A482-EDC064EB0B51}">
      <dsp:nvSpPr>
        <dsp:cNvPr id="0" name=""/>
        <dsp:cNvSpPr/>
      </dsp:nvSpPr>
      <dsp:spPr>
        <a:xfrm>
          <a:off x="4703023" y="4252124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Multi-language support for global news</a:t>
          </a:r>
          <a:endParaRPr lang="en-US" sz="1000" kern="1200"/>
        </a:p>
      </dsp:txBody>
      <dsp:txXfrm>
        <a:off x="4722424" y="4271525"/>
        <a:ext cx="4326454" cy="358635"/>
      </dsp:txXfrm>
    </dsp:sp>
    <dsp:sp modelId="{D3EE0162-1D5B-426B-A7E8-D391118BB742}">
      <dsp:nvSpPr>
        <dsp:cNvPr id="0" name=""/>
        <dsp:cNvSpPr/>
      </dsp:nvSpPr>
      <dsp:spPr>
        <a:xfrm>
          <a:off x="4703023" y="4699241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Financial trend detection and predictive insights</a:t>
          </a:r>
          <a:endParaRPr lang="en-US" sz="1000" kern="1200"/>
        </a:p>
      </dsp:txBody>
      <dsp:txXfrm>
        <a:off x="4722424" y="4718642"/>
        <a:ext cx="4326454" cy="358635"/>
      </dsp:txXfrm>
    </dsp:sp>
    <dsp:sp modelId="{E2D84E81-0307-4089-923C-E36D5870BAD4}">
      <dsp:nvSpPr>
        <dsp:cNvPr id="0" name=""/>
        <dsp:cNvSpPr/>
      </dsp:nvSpPr>
      <dsp:spPr>
        <a:xfrm>
          <a:off x="4703023" y="5146359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Advanced analytics dashboard with visualizations</a:t>
          </a:r>
          <a:endParaRPr lang="en-US" sz="1000" kern="1200"/>
        </a:p>
      </dsp:txBody>
      <dsp:txXfrm>
        <a:off x="4722424" y="5165760"/>
        <a:ext cx="4326454" cy="358635"/>
      </dsp:txXfrm>
    </dsp:sp>
    <dsp:sp modelId="{58452DD1-36F2-4E1A-AAA5-E8669528FBD3}">
      <dsp:nvSpPr>
        <dsp:cNvPr id="0" name=""/>
        <dsp:cNvSpPr/>
      </dsp:nvSpPr>
      <dsp:spPr>
        <a:xfrm>
          <a:off x="4703023" y="5593476"/>
          <a:ext cx="4365256" cy="39743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User authentication and personalized experience</a:t>
          </a:r>
          <a:endParaRPr lang="en-US" sz="1000" kern="1200"/>
        </a:p>
      </dsp:txBody>
      <dsp:txXfrm>
        <a:off x="4722424" y="5612877"/>
        <a:ext cx="4326454" cy="35863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1A2F5-95B0-4BEC-AF2C-911B7F4DDD1A}">
      <dsp:nvSpPr>
        <dsp:cNvPr id="0" name=""/>
        <dsp:cNvSpPr/>
      </dsp:nvSpPr>
      <dsp:spPr>
        <a:xfrm>
          <a:off x="0" y="2511"/>
          <a:ext cx="8001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760680-8C97-448F-8073-6C89E1A5A485}">
      <dsp:nvSpPr>
        <dsp:cNvPr id="0" name=""/>
        <dsp:cNvSpPr/>
      </dsp:nvSpPr>
      <dsp:spPr>
        <a:xfrm>
          <a:off x="0" y="2511"/>
          <a:ext cx="8001000" cy="856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LangChain Documentation</a:t>
          </a:r>
          <a:r>
            <a:rPr lang="en-US" sz="1700" kern="1200" dirty="0" smtClean="0"/>
            <a:t> – Building applications with LLMs</a:t>
          </a:r>
          <a:br>
            <a:rPr lang="en-US" sz="1700" kern="1200" dirty="0" smtClean="0"/>
          </a:br>
          <a:r>
            <a:rPr lang="en-US" sz="1700" kern="1200" dirty="0" smtClean="0"/>
            <a:t>https://www.langchain.com/docs/</a:t>
          </a:r>
          <a:endParaRPr lang="en-US" sz="1700" kern="1200" dirty="0"/>
        </a:p>
      </dsp:txBody>
      <dsp:txXfrm>
        <a:off x="0" y="2511"/>
        <a:ext cx="8001000" cy="856472"/>
      </dsp:txXfrm>
    </dsp:sp>
    <dsp:sp modelId="{80E1D3E8-B790-4254-AFC7-0F36707C2E5D}">
      <dsp:nvSpPr>
        <dsp:cNvPr id="0" name=""/>
        <dsp:cNvSpPr/>
      </dsp:nvSpPr>
      <dsp:spPr>
        <a:xfrm>
          <a:off x="0" y="858984"/>
          <a:ext cx="8001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07EDBC1-FBFD-4A4F-91BD-584AAD6E3B34}">
      <dsp:nvSpPr>
        <dsp:cNvPr id="0" name=""/>
        <dsp:cNvSpPr/>
      </dsp:nvSpPr>
      <dsp:spPr>
        <a:xfrm>
          <a:off x="0" y="858984"/>
          <a:ext cx="8001000" cy="856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smtClean="0"/>
            <a:t>NewsAPI</a:t>
          </a:r>
          <a:r>
            <a:rPr lang="en-US" sz="1700" kern="1200" smtClean="0"/>
            <a:t> – Fetching live news articles</a:t>
          </a:r>
          <a:br>
            <a:rPr lang="en-US" sz="1700" kern="1200" smtClean="0"/>
          </a:br>
          <a:r>
            <a:rPr lang="en-US" sz="1700" kern="1200" smtClean="0"/>
            <a:t>https://newsapi.org/docs</a:t>
          </a:r>
          <a:endParaRPr lang="en-US" sz="1700" kern="1200"/>
        </a:p>
      </dsp:txBody>
      <dsp:txXfrm>
        <a:off x="0" y="858984"/>
        <a:ext cx="8001000" cy="856472"/>
      </dsp:txXfrm>
    </dsp:sp>
    <dsp:sp modelId="{EC7602DF-F7AF-4CA2-9A5A-A3A19142C412}">
      <dsp:nvSpPr>
        <dsp:cNvPr id="0" name=""/>
        <dsp:cNvSpPr/>
      </dsp:nvSpPr>
      <dsp:spPr>
        <a:xfrm>
          <a:off x="0" y="1715456"/>
          <a:ext cx="8001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6726EC-35E9-412D-95A8-BD1C510C6564}">
      <dsp:nvSpPr>
        <dsp:cNvPr id="0" name=""/>
        <dsp:cNvSpPr/>
      </dsp:nvSpPr>
      <dsp:spPr>
        <a:xfrm>
          <a:off x="0" y="1715456"/>
          <a:ext cx="8001000" cy="856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smtClean="0"/>
            <a:t>Streamlit Documentation</a:t>
          </a:r>
          <a:r>
            <a:rPr lang="en-US" sz="1700" kern="1200" smtClean="0"/>
            <a:t> – Building interactive Python apps</a:t>
          </a:r>
          <a:br>
            <a:rPr lang="en-US" sz="1700" kern="1200" smtClean="0"/>
          </a:br>
          <a:r>
            <a:rPr lang="en-US" sz="1700" kern="1200" smtClean="0"/>
            <a:t>https://docs.streamlit.io/</a:t>
          </a:r>
          <a:endParaRPr lang="en-US" sz="1700" kern="1200"/>
        </a:p>
      </dsp:txBody>
      <dsp:txXfrm>
        <a:off x="0" y="1715456"/>
        <a:ext cx="8001000" cy="856472"/>
      </dsp:txXfrm>
    </dsp:sp>
    <dsp:sp modelId="{8A82308A-D9D5-4515-BF24-67BF40E6CDB2}">
      <dsp:nvSpPr>
        <dsp:cNvPr id="0" name=""/>
        <dsp:cNvSpPr/>
      </dsp:nvSpPr>
      <dsp:spPr>
        <a:xfrm>
          <a:off x="0" y="2571929"/>
          <a:ext cx="8001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2A3C43-CDC7-4C08-AF87-A90308441BD8}">
      <dsp:nvSpPr>
        <dsp:cNvPr id="0" name=""/>
        <dsp:cNvSpPr/>
      </dsp:nvSpPr>
      <dsp:spPr>
        <a:xfrm>
          <a:off x="0" y="2571929"/>
          <a:ext cx="8001000" cy="856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smtClean="0"/>
            <a:t>Python fpdf2 Library</a:t>
          </a:r>
          <a:r>
            <a:rPr lang="en-US" sz="1700" kern="1200" smtClean="0"/>
            <a:t> – PDF generation</a:t>
          </a:r>
          <a:br>
            <a:rPr lang="en-US" sz="1700" kern="1200" smtClean="0"/>
          </a:br>
          <a:r>
            <a:rPr lang="en-US" sz="1700" kern="1200" smtClean="0"/>
            <a:t>https://pyfpdf.github.io/fpdf2/</a:t>
          </a:r>
          <a:endParaRPr lang="en-US" sz="1700" kern="1200"/>
        </a:p>
      </dsp:txBody>
      <dsp:txXfrm>
        <a:off x="0" y="2571929"/>
        <a:ext cx="8001000" cy="856472"/>
      </dsp:txXfrm>
    </dsp:sp>
    <dsp:sp modelId="{61A064E0-B394-4F85-8D62-D3BECECE8683}">
      <dsp:nvSpPr>
        <dsp:cNvPr id="0" name=""/>
        <dsp:cNvSpPr/>
      </dsp:nvSpPr>
      <dsp:spPr>
        <a:xfrm>
          <a:off x="0" y="3428401"/>
          <a:ext cx="8001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B75D51-68B0-49C3-88DF-8B7BC4EF70DC}">
      <dsp:nvSpPr>
        <dsp:cNvPr id="0" name=""/>
        <dsp:cNvSpPr/>
      </dsp:nvSpPr>
      <dsp:spPr>
        <a:xfrm>
          <a:off x="0" y="3428401"/>
          <a:ext cx="8001000" cy="856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Medium Article: Building a News Summarizer with LLMs</a:t>
          </a:r>
          <a:r>
            <a:rPr lang="en-US" sz="1700" kern="1200" dirty="0" smtClean="0"/>
            <a:t> – Tutorial reference</a:t>
          </a:r>
          <a:br>
            <a:rPr lang="en-US" sz="1700" kern="1200" dirty="0" smtClean="0"/>
          </a:br>
          <a:r>
            <a:rPr lang="en-US" sz="1700" kern="1200" dirty="0" smtClean="0"/>
            <a:t>https://medium.com/@your-reference-link</a:t>
          </a:r>
          <a:endParaRPr lang="en-US" sz="1700" kern="1200" dirty="0"/>
        </a:p>
      </dsp:txBody>
      <dsp:txXfrm>
        <a:off x="0" y="3428401"/>
        <a:ext cx="8001000" cy="856472"/>
      </dsp:txXfrm>
    </dsp:sp>
    <dsp:sp modelId="{CAD093F1-F36E-42D8-A038-F4755C3A0520}">
      <dsp:nvSpPr>
        <dsp:cNvPr id="0" name=""/>
        <dsp:cNvSpPr/>
      </dsp:nvSpPr>
      <dsp:spPr>
        <a:xfrm>
          <a:off x="0" y="4284873"/>
          <a:ext cx="8001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FED363-74C2-44EB-98EA-9A7CA64C09DE}">
      <dsp:nvSpPr>
        <dsp:cNvPr id="0" name=""/>
        <dsp:cNvSpPr/>
      </dsp:nvSpPr>
      <dsp:spPr>
        <a:xfrm>
          <a:off x="0" y="4284873"/>
          <a:ext cx="8001000" cy="856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smtClean="0"/>
            <a:t>Python Pandas Documentation</a:t>
          </a:r>
          <a:r>
            <a:rPr lang="en-US" sz="1700" kern="1200" smtClean="0"/>
            <a:t> – Data handling and CSV/Excel export</a:t>
          </a:r>
          <a:br>
            <a:rPr lang="en-US" sz="1700" kern="1200" smtClean="0"/>
          </a:br>
          <a:r>
            <a:rPr lang="en-US" sz="1700" kern="1200" smtClean="0"/>
            <a:t>https://pandas.pydata.org/docs/</a:t>
          </a:r>
          <a:endParaRPr lang="en-US" sz="1700" kern="1200"/>
        </a:p>
      </dsp:txBody>
      <dsp:txXfrm>
        <a:off x="0" y="4284873"/>
        <a:ext cx="8001000" cy="856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25FA326-0617-44A9-B0CE-01A25F67201A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B1AB3AE-2EAF-484A-B5B0-92B28F7AB979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3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4000"/>
                    </a14:imgEffect>
                    <a14:imgEffect>
                      <a14:brightnessContrast brigh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  <a:effectLst>
            <a:glow rad="127000">
              <a:schemeClr val="accent1"/>
            </a:glow>
            <a:reflection endPos="0" dist="50800" dir="5400000" sy="-100000" algn="bl" rotWithShape="0"/>
          </a:effectLst>
        </p:spPr>
      </p:pic>
      <p:sp>
        <p:nvSpPr>
          <p:cNvPr id="6" name="TextBox 5"/>
          <p:cNvSpPr txBox="1"/>
          <p:nvPr/>
        </p:nvSpPr>
        <p:spPr>
          <a:xfrm>
            <a:off x="2598873" y="54485"/>
            <a:ext cx="4083169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3200" b="1" i="1" dirty="0" err="1" smtClean="0">
                <a:latin typeface="Times New Roman" pitchFamily="18" charset="0"/>
                <a:cs typeface="Times New Roman" pitchFamily="18" charset="0"/>
              </a:rPr>
              <a:t>Nexthikes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 IT Solutions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54556" y="2947766"/>
            <a:ext cx="2971801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LLM Project:</a:t>
            </a: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10320" y="1555213"/>
            <a:ext cx="1723357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Project-9</a:t>
            </a:r>
            <a:endParaRPr lang="en-US" sz="32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86707" y="5828875"/>
            <a:ext cx="2209259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Mahak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oyal</a:t>
            </a: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08796" y="3581399"/>
            <a:ext cx="5507405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Building a News Research Tool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7778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15609"/>
            <a:ext cx="342900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Project Overview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220389624"/>
              </p:ext>
            </p:extLst>
          </p:nvPr>
        </p:nvGraphicFramePr>
        <p:xfrm>
          <a:off x="914400" y="1524000"/>
          <a:ext cx="678180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793052418"/>
              </p:ext>
            </p:extLst>
          </p:nvPr>
        </p:nvGraphicFramePr>
        <p:xfrm>
          <a:off x="152400" y="1219200"/>
          <a:ext cx="8763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67000" y="0"/>
            <a:ext cx="4170694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The Problem We Solve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75260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71800" y="34269"/>
            <a:ext cx="350520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How It All Works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576743213"/>
              </p:ext>
            </p:extLst>
          </p:nvPr>
        </p:nvGraphicFramePr>
        <p:xfrm>
          <a:off x="1066800" y="1752600"/>
          <a:ext cx="6934200" cy="2368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431311591"/>
              </p:ext>
            </p:extLst>
          </p:nvPr>
        </p:nvGraphicFramePr>
        <p:xfrm>
          <a:off x="685800" y="5181600"/>
          <a:ext cx="7848600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28162"/>
            <a:ext cx="670560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Getting Started (Environment Setup)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755977437"/>
              </p:ext>
            </p:extLst>
          </p:nvPr>
        </p:nvGraphicFramePr>
        <p:xfrm>
          <a:off x="762000" y="1295400"/>
          <a:ext cx="7924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28162"/>
            <a:ext cx="701040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Building the Brain (LangChain Setup)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883038117"/>
              </p:ext>
            </p:extLst>
          </p:nvPr>
        </p:nvGraphicFramePr>
        <p:xfrm>
          <a:off x="1143000" y="1524000"/>
          <a:ext cx="70866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28162"/>
            <a:ext cx="541020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First Prototype (Basic App)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1380277"/>
              </p:ext>
            </p:extLst>
          </p:nvPr>
        </p:nvGraphicFramePr>
        <p:xfrm>
          <a:off x="1905000" y="1066800"/>
          <a:ext cx="5334000" cy="2133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60101"/>
            <a:ext cx="8534400" cy="334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152400"/>
            <a:ext cx="6324600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Bringing in Real News (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NewsAPI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Integration)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11052013"/>
              </p:ext>
            </p:extLst>
          </p:nvPr>
        </p:nvGraphicFramePr>
        <p:xfrm>
          <a:off x="838200" y="2133600"/>
          <a:ext cx="7239000" cy="2895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864" y="2971800"/>
            <a:ext cx="644072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152400"/>
            <a:ext cx="63246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Smarter Summaries (Enhanced Model)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6800585"/>
              </p:ext>
            </p:extLst>
          </p:nvPr>
        </p:nvGraphicFramePr>
        <p:xfrm>
          <a:off x="914400" y="1447800"/>
          <a:ext cx="76200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152401"/>
            <a:ext cx="5943600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Making Sure It Works (Testing &amp; Validation)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469089791"/>
              </p:ext>
            </p:extLst>
          </p:nvPr>
        </p:nvGraphicFramePr>
        <p:xfrm>
          <a:off x="762000" y="1371600"/>
          <a:ext cx="76200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4600" y="3429000"/>
            <a:ext cx="3810274" cy="923330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⬜ Query works → ✅</a:t>
            </a:r>
          </a:p>
          <a:p>
            <a:r>
              <a:rPr lang="en-US" dirty="0" smtClean="0"/>
              <a:t>⬜ Summarization runs → ✅</a:t>
            </a:r>
          </a:p>
          <a:p>
            <a:r>
              <a:rPr lang="en-US" dirty="0" smtClean="0"/>
              <a:t>⬜ Sentiment detection correct →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648200"/>
            <a:ext cx="6934200" cy="147732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Query                | Result</a:t>
            </a:r>
          </a:p>
          <a:p>
            <a:r>
              <a:rPr lang="en-US" dirty="0" smtClean="0"/>
              <a:t>---------------------|-------------------</a:t>
            </a:r>
          </a:p>
          <a:p>
            <a:r>
              <a:rPr lang="en-US" dirty="0" smtClean="0"/>
              <a:t>"Tesla stock news"   | 5 articles → Summary ✅</a:t>
            </a:r>
          </a:p>
          <a:p>
            <a:r>
              <a:rPr lang="en-US" dirty="0" smtClean="0"/>
              <a:t>"RBI policy update"  | 3 articles → Insights ✅</a:t>
            </a:r>
          </a:p>
          <a:p>
            <a:r>
              <a:rPr lang="en-US" dirty="0" smtClean="0"/>
              <a:t>"Random nonsense"    | No relevant news → Handled gracefully 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600" y="152401"/>
            <a:ext cx="59436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Wrapping It Up (Documentation &amp; Deployment)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159164025"/>
              </p:ext>
            </p:extLst>
          </p:nvPr>
        </p:nvGraphicFramePr>
        <p:xfrm>
          <a:off x="228600" y="1295400"/>
          <a:ext cx="85344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800600"/>
            <a:ext cx="3429000" cy="1477328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📦 AI </a:t>
            </a:r>
            <a:r>
              <a:rPr lang="en-US" dirty="0" err="1" smtClean="0"/>
              <a:t>NewsResearchTool</a:t>
            </a:r>
            <a:endParaRPr lang="en-US" dirty="0" smtClean="0"/>
          </a:p>
          <a:p>
            <a:r>
              <a:rPr lang="en-US" dirty="0" smtClean="0"/>
              <a:t>┣ 📜 app.py</a:t>
            </a:r>
          </a:p>
          <a:p>
            <a:r>
              <a:rPr lang="en-US" dirty="0" smtClean="0"/>
              <a:t>┣ 📜 langchain_config.py</a:t>
            </a:r>
          </a:p>
          <a:p>
            <a:r>
              <a:rPr lang="en-US" dirty="0" smtClean="0"/>
              <a:t>┣ 📜 requirements.txt</a:t>
            </a:r>
          </a:p>
          <a:p>
            <a:r>
              <a:rPr lang="en-US" dirty="0" smtClean="0"/>
              <a:t>┣ 📜 README.md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152401"/>
            <a:ext cx="594360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What’s Next? (Enhancements)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942824010"/>
              </p:ext>
            </p:extLst>
          </p:nvPr>
        </p:nvGraphicFramePr>
        <p:xfrm>
          <a:off x="1656184" y="1143000"/>
          <a:ext cx="6019800" cy="4112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609600" y="5638800"/>
            <a:ext cx="8153400" cy="64633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“Which of these enhancements would YOU find most useful in your research workflow?”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52600" y="152401"/>
            <a:ext cx="594360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🚀 Final Thoughts (Conclusion)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294526050"/>
              </p:ext>
            </p:extLst>
          </p:nvPr>
        </p:nvGraphicFramePr>
        <p:xfrm>
          <a:off x="-1219200" y="675621"/>
          <a:ext cx="11277600" cy="6715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0800" y="152400"/>
            <a:ext cx="3962400" cy="646331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📚 References</a:t>
            </a: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0627814"/>
              </p:ext>
            </p:extLst>
          </p:nvPr>
        </p:nvGraphicFramePr>
        <p:xfrm>
          <a:off x="685800" y="1143000"/>
          <a:ext cx="8001000" cy="5143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2362200"/>
            <a:ext cx="7162799" cy="14465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8800" b="1" i="1" dirty="0" smtClean="0">
                <a:ln w="11430"/>
                <a:solidFill>
                  <a:srgbClr val="000099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8800" b="1" i="1" dirty="0">
              <a:ln w="11430"/>
              <a:solidFill>
                <a:srgbClr val="000099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5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18690</TotalTime>
  <Words>571</Words>
  <Application>Microsoft Office PowerPoint</Application>
  <PresentationFormat>On-screen Show (4:3)</PresentationFormat>
  <Paragraphs>103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13</cp:revision>
  <dcterms:created xsi:type="dcterms:W3CDTF">2025-09-21T12:40:41Z</dcterms:created>
  <dcterms:modified xsi:type="dcterms:W3CDTF">2025-10-04T12:10:51Z</dcterms:modified>
</cp:coreProperties>
</file>